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7" r:id="rId1"/>
    <p:sldMasterId id="2147483708" r:id="rId2"/>
  </p:sldMasterIdLst>
  <p:notesMasterIdLst>
    <p:notesMasterId r:id="rId18"/>
  </p:notesMasterIdLst>
  <p:sldIdLst>
    <p:sldId id="256" r:id="rId3"/>
    <p:sldId id="257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68" r:id="rId16"/>
    <p:sldId id="258" r:id="rId17"/>
  </p:sldIdLst>
  <p:sldSz cx="9144000" cy="5143500" type="screen16x9"/>
  <p:notesSz cx="6858000" cy="9144000"/>
  <p:embeddedFontLst>
    <p:embeddedFont>
      <p:font typeface="DM Sans" pitchFamily="2" charset="0"/>
      <p:regular r:id="rId19"/>
      <p:bold r:id="rId20"/>
      <p:italic r:id="rId21"/>
      <p:boldItalic r:id="rId22"/>
    </p:embeddedFont>
    <p:embeddedFont>
      <p:font typeface="Google Sans" panose="020B060402020202020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Montserrat Light" panose="00000400000000000000" pitchFamily="2" charset="0"/>
      <p:regular r:id="rId31"/>
      <p:bold r:id="rId32"/>
      <p:italic r:id="rId33"/>
      <p:boldItalic r:id="rId34"/>
    </p:embeddedFont>
    <p:embeddedFont>
      <p:font typeface="Montserrat Medium" panose="00000600000000000000" pitchFamily="2" charset="0"/>
      <p:regular r:id="rId35"/>
      <p:bold r:id="rId36"/>
      <p:italic r:id="rId37"/>
      <p:boldItalic r:id="rId38"/>
    </p:embeddedFont>
    <p:embeddedFont>
      <p:font typeface="Montserrat SemiBold" panose="000007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A5EF95-C5D5-4C5D-8C8D-9B74563D4619}" v="13" dt="2024-07-26T18:10:06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28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tableStyles" Target="tableStyles.xml"/><Relationship Id="rId20" Type="http://schemas.openxmlformats.org/officeDocument/2006/relationships/font" Target="fonts/font2.fntdata"/><Relationship Id="rId41" Type="http://schemas.openxmlformats.org/officeDocument/2006/relationships/font" Target="fonts/font2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ber albuquerque" userId="e5407d5a5014c765" providerId="LiveId" clId="{A7A5EF95-C5D5-4C5D-8C8D-9B74563D4619}"/>
    <pc:docChg chg="undo custSel addSld delSld modSld">
      <pc:chgData name="kleber albuquerque" userId="e5407d5a5014c765" providerId="LiveId" clId="{A7A5EF95-C5D5-4C5D-8C8D-9B74563D4619}" dt="2024-07-26T18:23:58.602" v="915" actId="1035"/>
      <pc:docMkLst>
        <pc:docMk/>
      </pc:docMkLst>
      <pc:sldChg chg="modSp mod">
        <pc:chgData name="kleber albuquerque" userId="e5407d5a5014c765" providerId="LiveId" clId="{A7A5EF95-C5D5-4C5D-8C8D-9B74563D4619}" dt="2024-07-26T17:57:05.055" v="140" actId="20577"/>
        <pc:sldMkLst>
          <pc:docMk/>
          <pc:sldMk cId="0" sldId="257"/>
        </pc:sldMkLst>
        <pc:spChg chg="mod">
          <ac:chgData name="kleber albuquerque" userId="e5407d5a5014c765" providerId="LiveId" clId="{A7A5EF95-C5D5-4C5D-8C8D-9B74563D4619}" dt="2024-07-26T17:57:05.055" v="140" actId="20577"/>
          <ac:spMkLst>
            <pc:docMk/>
            <pc:sldMk cId="0" sldId="257"/>
            <ac:spMk id="474" creationId="{00000000-0000-0000-0000-000000000000}"/>
          </ac:spMkLst>
        </pc:spChg>
      </pc:sldChg>
      <pc:sldChg chg="addSp delSp modSp mod">
        <pc:chgData name="kleber albuquerque" userId="e5407d5a5014c765" providerId="LiveId" clId="{A7A5EF95-C5D5-4C5D-8C8D-9B74563D4619}" dt="2024-07-26T18:11:31.886" v="619" actId="20577"/>
        <pc:sldMkLst>
          <pc:docMk/>
          <pc:sldMk cId="1033557698" sldId="259"/>
        </pc:sldMkLst>
        <pc:spChg chg="add mod">
          <ac:chgData name="kleber albuquerque" userId="e5407d5a5014c765" providerId="LiveId" clId="{A7A5EF95-C5D5-4C5D-8C8D-9B74563D4619}" dt="2024-07-26T18:00:14.646" v="167" actId="14100"/>
          <ac:spMkLst>
            <pc:docMk/>
            <pc:sldMk cId="1033557698" sldId="259"/>
            <ac:spMk id="3" creationId="{FEB418A8-F2CA-54AC-4FB4-95AE5E39D0F5}"/>
          </ac:spMkLst>
        </pc:spChg>
        <pc:spChg chg="add mod">
          <ac:chgData name="kleber albuquerque" userId="e5407d5a5014c765" providerId="LiveId" clId="{A7A5EF95-C5D5-4C5D-8C8D-9B74563D4619}" dt="2024-07-26T18:11:31.886" v="619" actId="20577"/>
          <ac:spMkLst>
            <pc:docMk/>
            <pc:sldMk cId="1033557698" sldId="259"/>
            <ac:spMk id="10" creationId="{17F77188-884D-ACE1-402F-D7C020258BED}"/>
          </ac:spMkLst>
        </pc:spChg>
        <pc:spChg chg="add mod">
          <ac:chgData name="kleber albuquerque" userId="e5407d5a5014c765" providerId="LiveId" clId="{A7A5EF95-C5D5-4C5D-8C8D-9B74563D4619}" dt="2024-07-26T18:10:46.074" v="602" actId="20577"/>
          <ac:spMkLst>
            <pc:docMk/>
            <pc:sldMk cId="1033557698" sldId="259"/>
            <ac:spMk id="11" creationId="{F5ABAA56-A869-A188-BE6E-67D9393FCEB8}"/>
          </ac:spMkLst>
        </pc:spChg>
        <pc:spChg chg="del mod">
          <ac:chgData name="kleber albuquerque" userId="e5407d5a5014c765" providerId="LiveId" clId="{A7A5EF95-C5D5-4C5D-8C8D-9B74563D4619}" dt="2024-07-26T18:07:27.076" v="352" actId="478"/>
          <ac:spMkLst>
            <pc:docMk/>
            <pc:sldMk cId="1033557698" sldId="259"/>
            <ac:spMk id="474" creationId="{00000000-0000-0000-0000-000000000000}"/>
          </ac:spMkLst>
        </pc:spChg>
        <pc:graphicFrameChg chg="add del mod">
          <ac:chgData name="kleber albuquerque" userId="e5407d5a5014c765" providerId="LiveId" clId="{A7A5EF95-C5D5-4C5D-8C8D-9B74563D4619}" dt="2024-07-26T18:01:22.407" v="169" actId="478"/>
          <ac:graphicFrameMkLst>
            <pc:docMk/>
            <pc:sldMk cId="1033557698" sldId="259"/>
            <ac:graphicFrameMk id="2" creationId="{1722036D-DD60-C15D-3E38-0BCFCACE7C83}"/>
          </ac:graphicFrameMkLst>
        </pc:graphicFrameChg>
        <pc:picChg chg="add mod">
          <ac:chgData name="kleber albuquerque" userId="e5407d5a5014c765" providerId="LiveId" clId="{A7A5EF95-C5D5-4C5D-8C8D-9B74563D4619}" dt="2024-07-26T18:07:54.646" v="441" actId="1037"/>
          <ac:picMkLst>
            <pc:docMk/>
            <pc:sldMk cId="1033557698" sldId="259"/>
            <ac:picMk id="5" creationId="{AF3A6C48-0F56-9438-6043-51C36326665A}"/>
          </ac:picMkLst>
        </pc:picChg>
        <pc:picChg chg="add mod">
          <ac:chgData name="kleber albuquerque" userId="e5407d5a5014c765" providerId="LiveId" clId="{A7A5EF95-C5D5-4C5D-8C8D-9B74563D4619}" dt="2024-07-26T18:07:54.646" v="441" actId="1037"/>
          <ac:picMkLst>
            <pc:docMk/>
            <pc:sldMk cId="1033557698" sldId="259"/>
            <ac:picMk id="7" creationId="{2334BC5A-B314-90B4-83F8-EAFD7AC51AC9}"/>
          </ac:picMkLst>
        </pc:picChg>
        <pc:picChg chg="add del">
          <ac:chgData name="kleber albuquerque" userId="e5407d5a5014c765" providerId="LiveId" clId="{A7A5EF95-C5D5-4C5D-8C8D-9B74563D4619}" dt="2024-07-26T18:08:12.595" v="443" actId="22"/>
          <ac:picMkLst>
            <pc:docMk/>
            <pc:sldMk cId="1033557698" sldId="259"/>
            <ac:picMk id="9" creationId="{B18C37A2-D76C-2C1D-3032-A8614194805A}"/>
          </ac:picMkLst>
        </pc:picChg>
      </pc:sldChg>
      <pc:sldChg chg="mod modShow">
        <pc:chgData name="kleber albuquerque" userId="e5407d5a5014c765" providerId="LiveId" clId="{A7A5EF95-C5D5-4C5D-8C8D-9B74563D4619}" dt="2024-07-26T18:16:29.506" v="668" actId="729"/>
        <pc:sldMkLst>
          <pc:docMk/>
          <pc:sldMk cId="2726208841" sldId="267"/>
        </pc:sldMkLst>
      </pc:sldChg>
      <pc:sldChg chg="modSp mod">
        <pc:chgData name="kleber albuquerque" userId="e5407d5a5014c765" providerId="LiveId" clId="{A7A5EF95-C5D5-4C5D-8C8D-9B74563D4619}" dt="2024-07-26T18:15:16.917" v="665" actId="1076"/>
        <pc:sldMkLst>
          <pc:docMk/>
          <pc:sldMk cId="2528396560" sldId="268"/>
        </pc:sldMkLst>
        <pc:spChg chg="mod">
          <ac:chgData name="kleber albuquerque" userId="e5407d5a5014c765" providerId="LiveId" clId="{A7A5EF95-C5D5-4C5D-8C8D-9B74563D4619}" dt="2024-07-26T18:15:16.917" v="665" actId="1076"/>
          <ac:spMkLst>
            <pc:docMk/>
            <pc:sldMk cId="2528396560" sldId="268"/>
            <ac:spMk id="2" creationId="{63C778D8-6659-3A8D-4429-CE4BF2039377}"/>
          </ac:spMkLst>
        </pc:spChg>
      </pc:sldChg>
      <pc:sldChg chg="add del">
        <pc:chgData name="kleber albuquerque" userId="e5407d5a5014c765" providerId="LiveId" clId="{A7A5EF95-C5D5-4C5D-8C8D-9B74563D4619}" dt="2024-07-26T18:13:36.222" v="661" actId="2696"/>
        <pc:sldMkLst>
          <pc:docMk/>
          <pc:sldMk cId="1124991166" sldId="269"/>
        </pc:sldMkLst>
      </pc:sldChg>
      <pc:sldChg chg="modSp add mod">
        <pc:chgData name="kleber albuquerque" userId="e5407d5a5014c765" providerId="LiveId" clId="{A7A5EF95-C5D5-4C5D-8C8D-9B74563D4619}" dt="2024-07-26T18:12:42.315" v="660" actId="14734"/>
        <pc:sldMkLst>
          <pc:docMk/>
          <pc:sldMk cId="1758274465" sldId="270"/>
        </pc:sldMkLst>
        <pc:spChg chg="mod">
          <ac:chgData name="kleber albuquerque" userId="e5407d5a5014c765" providerId="LiveId" clId="{A7A5EF95-C5D5-4C5D-8C8D-9B74563D4619}" dt="2024-07-26T18:12:04.357" v="657" actId="1036"/>
          <ac:spMkLst>
            <pc:docMk/>
            <pc:sldMk cId="1758274465" sldId="270"/>
            <ac:spMk id="474" creationId="{00000000-0000-0000-0000-000000000000}"/>
          </ac:spMkLst>
        </pc:spChg>
        <pc:graphicFrameChg chg="mod modGraphic">
          <ac:chgData name="kleber albuquerque" userId="e5407d5a5014c765" providerId="LiveId" clId="{A7A5EF95-C5D5-4C5D-8C8D-9B74563D4619}" dt="2024-07-26T18:12:42.315" v="660" actId="14734"/>
          <ac:graphicFrameMkLst>
            <pc:docMk/>
            <pc:sldMk cId="1758274465" sldId="270"/>
            <ac:graphicFrameMk id="2" creationId="{1722036D-DD60-C15D-3E38-0BCFCACE7C83}"/>
          </ac:graphicFrameMkLst>
        </pc:graphicFrameChg>
      </pc:sldChg>
      <pc:sldChg chg="addSp modSp add mod">
        <pc:chgData name="kleber albuquerque" userId="e5407d5a5014c765" providerId="LiveId" clId="{A7A5EF95-C5D5-4C5D-8C8D-9B74563D4619}" dt="2024-07-26T18:23:58.602" v="915" actId="1035"/>
        <pc:sldMkLst>
          <pc:docMk/>
          <pc:sldMk cId="1930374000" sldId="271"/>
        </pc:sldMkLst>
        <pc:spChg chg="mod">
          <ac:chgData name="kleber albuquerque" userId="e5407d5a5014c765" providerId="LiveId" clId="{A7A5EF95-C5D5-4C5D-8C8D-9B74563D4619}" dt="2024-07-26T18:23:58.602" v="915" actId="1035"/>
          <ac:spMkLst>
            <pc:docMk/>
            <pc:sldMk cId="1930374000" sldId="271"/>
            <ac:spMk id="2" creationId="{63C778D8-6659-3A8D-4429-CE4BF2039377}"/>
          </ac:spMkLst>
        </pc:spChg>
        <pc:picChg chg="add mod">
          <ac:chgData name="kleber albuquerque" userId="e5407d5a5014c765" providerId="LiveId" clId="{A7A5EF95-C5D5-4C5D-8C8D-9B74563D4619}" dt="2024-07-26T18:22:20.989" v="902" actId="14100"/>
          <ac:picMkLst>
            <pc:docMk/>
            <pc:sldMk cId="1930374000" sldId="271"/>
            <ac:picMk id="4" creationId="{37B48252-C7A9-80E9-DF96-0073454FA4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f2ce18cbc4_1_4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1f2ce18cbc4_1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6824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3029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678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0503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4394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032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9252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1204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1254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799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3620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be2009d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be2009d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21be2009d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1499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f2ce18cbc4_3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f2ce18cbc4_3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28650" y="244028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None/>
              <a:defRPr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628650" y="849796"/>
            <a:ext cx="78867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71" name="Google Shape;71;p14" descr="Desenho de um círcul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438" y="259910"/>
            <a:ext cx="278753" cy="29395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apa">
  <p:cSld name="7_Capa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 descr="Grupo de pessoas sentadas no sofá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4231" y="0"/>
            <a:ext cx="4969769" cy="501778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526014" y="475576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b="0" i="0" u="none" strike="noStrike" cap="none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CONECTANDO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Dados, Pessoas e Tecnologia</a:t>
            </a:r>
            <a:endParaRPr sz="1100"/>
          </a:p>
        </p:txBody>
      </p:sp>
      <p:pic>
        <p:nvPicPr>
          <p:cNvPr id="76" name="Google Shape;76;p15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777" y="238116"/>
            <a:ext cx="939599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274777" y="2068711"/>
            <a:ext cx="3885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78" name="Google Shape;78;p15" descr="Forma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2650" y="2291305"/>
            <a:ext cx="2276475" cy="266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Verde">
  <p:cSld name="Agenda - Ver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-1" y="1676820"/>
            <a:ext cx="4484700" cy="1687200"/>
          </a:xfrm>
          <a:prstGeom prst="rect">
            <a:avLst/>
          </a:prstGeom>
          <a:solidFill>
            <a:srgbClr val="79A23E"/>
          </a:solidFill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210589" y="2204087"/>
            <a:ext cx="29097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ctr" rtl="0">
              <a:lnSpc>
                <a:spcPct val="8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sz="1100"/>
          </a:p>
        </p:txBody>
      </p:sp>
      <p:pic>
        <p:nvPicPr>
          <p:cNvPr id="82" name="Google Shape;82;p16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646225" y="2113550"/>
            <a:ext cx="703978" cy="81372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5702006" y="1065564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2"/>
          </p:nvPr>
        </p:nvSpPr>
        <p:spPr>
          <a:xfrm>
            <a:off x="5702006" y="1521522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3"/>
          </p:nvPr>
        </p:nvSpPr>
        <p:spPr>
          <a:xfrm>
            <a:off x="5702006" y="1966132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4"/>
          </p:nvPr>
        </p:nvSpPr>
        <p:spPr>
          <a:xfrm>
            <a:off x="5702006" y="2422090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5"/>
          </p:nvPr>
        </p:nvSpPr>
        <p:spPr>
          <a:xfrm>
            <a:off x="5702006" y="2889395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6"/>
          </p:nvPr>
        </p:nvSpPr>
        <p:spPr>
          <a:xfrm>
            <a:off x="5702006" y="3356534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7"/>
          </p:nvPr>
        </p:nvSpPr>
        <p:spPr>
          <a:xfrm>
            <a:off x="5702006" y="3835103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8"/>
          </p:nvPr>
        </p:nvSpPr>
        <p:spPr>
          <a:xfrm>
            <a:off x="4861560" y="1065564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9"/>
          </p:nvPr>
        </p:nvSpPr>
        <p:spPr>
          <a:xfrm>
            <a:off x="4861560" y="1521522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3"/>
          </p:nvPr>
        </p:nvSpPr>
        <p:spPr>
          <a:xfrm>
            <a:off x="4861560" y="1966132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14"/>
          </p:nvPr>
        </p:nvSpPr>
        <p:spPr>
          <a:xfrm>
            <a:off x="4861560" y="2422090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body" idx="15"/>
          </p:nvPr>
        </p:nvSpPr>
        <p:spPr>
          <a:xfrm>
            <a:off x="4861560" y="2889395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6"/>
          </p:nvPr>
        </p:nvSpPr>
        <p:spPr>
          <a:xfrm>
            <a:off x="4861560" y="3356534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17"/>
          </p:nvPr>
        </p:nvSpPr>
        <p:spPr>
          <a:xfrm>
            <a:off x="4861560" y="3835103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628650" y="244028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None/>
              <a:defRPr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628650" y="849796"/>
            <a:ext cx="78867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2183" y="270685"/>
            <a:ext cx="225531" cy="25115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/ Subtítulo e Conteúdo">
  <p:cSld name="1_Título / Subtítulo e Conteú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628650" y="244028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None/>
              <a:defRPr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28650" y="1028700"/>
            <a:ext cx="7886700" cy="3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28650" y="639842"/>
            <a:ext cx="7886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2183" y="270685"/>
            <a:ext cx="225531" cy="25115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 2">
  <p:cSld name="Em Branco 2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7677319" y="194209"/>
            <a:ext cx="1250400" cy="40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0" y="4767263"/>
            <a:ext cx="9144000" cy="3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Capa - Verde" type="title">
  <p:cSld name="TITL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>
            <a:off x="1143000" y="2102126"/>
            <a:ext cx="6858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8" name="Google Shape;118;p21" descr="Uma imagem contendo Forma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3000" y="3184217"/>
            <a:ext cx="929895" cy="221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472" y="4159878"/>
            <a:ext cx="607381" cy="8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22" name="Google Shape;122;p22" descr="Grupo de pessoas posando para foto com a mão no rost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 b="15803"/>
          <a:stretch/>
        </p:blipFill>
        <p:spPr>
          <a:xfrm>
            <a:off x="-11960" y="-1049"/>
            <a:ext cx="9155959" cy="5144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/>
          <p:nvPr/>
        </p:nvSpPr>
        <p:spPr>
          <a:xfrm>
            <a:off x="-11960" y="-1049"/>
            <a:ext cx="9156000" cy="5144700"/>
          </a:xfrm>
          <a:prstGeom prst="rect">
            <a:avLst/>
          </a:prstGeom>
          <a:solidFill>
            <a:srgbClr val="FF8936">
              <a:alpha val="6941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3783934" y="1447037"/>
            <a:ext cx="2111700" cy="2266800"/>
          </a:xfrm>
          <a:prstGeom prst="roundRect">
            <a:avLst>
              <a:gd name="adj" fmla="val 185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6463967" y="1439838"/>
            <a:ext cx="2111700" cy="2243700"/>
          </a:xfrm>
          <a:prstGeom prst="roundRect">
            <a:avLst>
              <a:gd name="adj" fmla="val 185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2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274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2743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3"/>
          </p:nvPr>
        </p:nvSpPr>
        <p:spPr>
          <a:xfrm>
            <a:off x="4030186" y="1647233"/>
            <a:ext cx="16302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4"/>
          </p:nvPr>
        </p:nvSpPr>
        <p:spPr>
          <a:xfrm>
            <a:off x="6715899" y="1651799"/>
            <a:ext cx="16269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body" idx="5"/>
          </p:nvPr>
        </p:nvSpPr>
        <p:spPr>
          <a:xfrm>
            <a:off x="4030186" y="2416853"/>
            <a:ext cx="16302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6"/>
          </p:nvPr>
        </p:nvSpPr>
        <p:spPr>
          <a:xfrm>
            <a:off x="6715900" y="2416853"/>
            <a:ext cx="16269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2" descr="Forma, Set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1525" y="3239659"/>
            <a:ext cx="1069850" cy="1495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2">
  <p:cSld name="Layout Personalizado 2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 descr="Pessoa em frente a mesa com computador e telefone&#10;&#10;Descrição gerada automaticamente"/>
          <p:cNvPicPr preferRelativeResize="0"/>
          <p:nvPr/>
        </p:nvPicPr>
        <p:blipFill rotWithShape="1">
          <a:blip r:embed="rId2">
            <a:alphaModFix/>
          </a:blip>
          <a:srcRect b="15690"/>
          <a:stretch/>
        </p:blipFill>
        <p:spPr>
          <a:xfrm>
            <a:off x="-1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/>
          <p:nvPr/>
        </p:nvSpPr>
        <p:spPr>
          <a:xfrm>
            <a:off x="-11961" y="-10071"/>
            <a:ext cx="9156000" cy="5153700"/>
          </a:xfrm>
          <a:prstGeom prst="rect">
            <a:avLst/>
          </a:prstGeom>
          <a:solidFill>
            <a:srgbClr val="79A23F">
              <a:alpha val="6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3783934" y="1447037"/>
            <a:ext cx="2111700" cy="2266800"/>
          </a:xfrm>
          <a:prstGeom prst="roundRect">
            <a:avLst>
              <a:gd name="adj" fmla="val 185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6463967" y="1439838"/>
            <a:ext cx="2111700" cy="2243700"/>
          </a:xfrm>
          <a:prstGeom prst="roundRect">
            <a:avLst>
              <a:gd name="adj" fmla="val 185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23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274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2743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3" descr="Forma, Set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1525" y="3239659"/>
            <a:ext cx="1069850" cy="149504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>
            <a:spLocks noGrp="1"/>
          </p:cNvSpPr>
          <p:nvPr>
            <p:ph type="body" idx="3"/>
          </p:nvPr>
        </p:nvSpPr>
        <p:spPr>
          <a:xfrm>
            <a:off x="4030186" y="1647233"/>
            <a:ext cx="16302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4"/>
          </p:nvPr>
        </p:nvSpPr>
        <p:spPr>
          <a:xfrm>
            <a:off x="6715899" y="1651799"/>
            <a:ext cx="16269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5"/>
          </p:nvPr>
        </p:nvSpPr>
        <p:spPr>
          <a:xfrm>
            <a:off x="4030186" y="2416853"/>
            <a:ext cx="16302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6"/>
          </p:nvPr>
        </p:nvSpPr>
        <p:spPr>
          <a:xfrm>
            <a:off x="6715900" y="2416853"/>
            <a:ext cx="16269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3">
  <p:cSld name="Layout Personalizado 3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4" descr="Pessoas sentadas ao redor de uma mesa com um laptop no col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 t="2876" r="704" b="13012"/>
          <a:stretch/>
        </p:blipFill>
        <p:spPr>
          <a:xfrm>
            <a:off x="1" y="1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3" name="Google Shape;153;p24"/>
          <p:cNvSpPr/>
          <p:nvPr/>
        </p:nvSpPr>
        <p:spPr>
          <a:xfrm>
            <a:off x="-5981" y="0"/>
            <a:ext cx="9150000" cy="5143500"/>
          </a:xfrm>
          <a:prstGeom prst="rect">
            <a:avLst/>
          </a:prstGeom>
          <a:solidFill>
            <a:srgbClr val="0070C0">
              <a:alpha val="6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3783934" y="1447037"/>
            <a:ext cx="2111700" cy="2266800"/>
          </a:xfrm>
          <a:prstGeom prst="roundRect">
            <a:avLst>
              <a:gd name="adj" fmla="val 185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6463967" y="1439838"/>
            <a:ext cx="2111700" cy="2243700"/>
          </a:xfrm>
          <a:prstGeom prst="roundRect">
            <a:avLst>
              <a:gd name="adj" fmla="val 185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4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274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2743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4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4" descr="Forma, Set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1525" y="3239659"/>
            <a:ext cx="1069850" cy="149504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 txBox="1">
            <a:spLocks noGrp="1"/>
          </p:cNvSpPr>
          <p:nvPr>
            <p:ph type="body" idx="3"/>
          </p:nvPr>
        </p:nvSpPr>
        <p:spPr>
          <a:xfrm>
            <a:off x="4030186" y="1647233"/>
            <a:ext cx="16302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body" idx="4"/>
          </p:nvPr>
        </p:nvSpPr>
        <p:spPr>
          <a:xfrm>
            <a:off x="6715899" y="1651799"/>
            <a:ext cx="16269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body" idx="5"/>
          </p:nvPr>
        </p:nvSpPr>
        <p:spPr>
          <a:xfrm>
            <a:off x="4030186" y="2416853"/>
            <a:ext cx="16302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6"/>
          </p:nvPr>
        </p:nvSpPr>
        <p:spPr>
          <a:xfrm>
            <a:off x="6715900" y="2416853"/>
            <a:ext cx="16269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67" name="Google Shape;167;p25" descr="Grupo de pessoas posando para foto com a mão no rost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 b="15803"/>
          <a:stretch/>
        </p:blipFill>
        <p:spPr>
          <a:xfrm>
            <a:off x="-11960" y="-1049"/>
            <a:ext cx="9155959" cy="5144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/>
          <p:nvPr/>
        </p:nvSpPr>
        <p:spPr>
          <a:xfrm>
            <a:off x="-11960" y="-1049"/>
            <a:ext cx="9156000" cy="5144700"/>
          </a:xfrm>
          <a:prstGeom prst="rect">
            <a:avLst/>
          </a:prstGeom>
          <a:solidFill>
            <a:srgbClr val="FF8936">
              <a:alpha val="6941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5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5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5" descr="Forma, Set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1525" y="3239659"/>
            <a:ext cx="1069850" cy="1495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 2">
  <p:cSld name="1_Layout Personalizado 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 descr="Pessoa em frente a mesa com computador e telefone&#10;&#10;Descrição gerada automaticamente"/>
          <p:cNvPicPr preferRelativeResize="0"/>
          <p:nvPr/>
        </p:nvPicPr>
        <p:blipFill rotWithShape="1">
          <a:blip r:embed="rId2">
            <a:alphaModFix/>
          </a:blip>
          <a:srcRect b="15690"/>
          <a:stretch/>
        </p:blipFill>
        <p:spPr>
          <a:xfrm>
            <a:off x="-1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/>
          <p:nvPr/>
        </p:nvSpPr>
        <p:spPr>
          <a:xfrm>
            <a:off x="-11961" y="-10071"/>
            <a:ext cx="9156000" cy="5153700"/>
          </a:xfrm>
          <a:prstGeom prst="rect">
            <a:avLst/>
          </a:prstGeom>
          <a:solidFill>
            <a:srgbClr val="79A23F">
              <a:alpha val="6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6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6" descr="Forma, Set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1525" y="3239659"/>
            <a:ext cx="1069850" cy="149504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 3">
  <p:cSld name="1_Layout Personalizado 3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7" descr="Pessoas sentadas ao redor de uma mesa com um laptop no col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 t="2876" r="704" b="13012"/>
          <a:stretch/>
        </p:blipFill>
        <p:spPr>
          <a:xfrm>
            <a:off x="1" y="1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/>
          <p:nvPr/>
        </p:nvSpPr>
        <p:spPr>
          <a:xfrm>
            <a:off x="-5981" y="0"/>
            <a:ext cx="9150000" cy="5143500"/>
          </a:xfrm>
          <a:prstGeom prst="rect">
            <a:avLst/>
          </a:prstGeom>
          <a:solidFill>
            <a:srgbClr val="0070C0">
              <a:alpha val="6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7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7" descr="Forma, Set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1525" y="3239659"/>
            <a:ext cx="1069850" cy="149504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ayout Personalizado">
  <p:cSld name="2_Layout Personalizado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83AC4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8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8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8" descr="Desenho de um cachorr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027" y="3563070"/>
            <a:ext cx="928802" cy="22156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02" name="Google Shape;202;p29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1172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9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 descr="Desenho de um cachorr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027" y="3563070"/>
            <a:ext cx="928802" cy="22156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Layout Personalizado">
  <p:cSld name="5_Layout Personalizado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12" name="Google Shape;212;p30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F5843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0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30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0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0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215" y="3570823"/>
            <a:ext cx="928857" cy="22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0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30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Layout Personalizado">
  <p:cSld name="11_Layout Personalizado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22" name="Google Shape;222;p31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5B626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31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1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1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1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215" y="3570823"/>
            <a:ext cx="928857" cy="22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31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Capa 2">
  <p:cSld name="Sub Capa 2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>
            <a:spLocks noGrp="1"/>
          </p:cNvSpPr>
          <p:nvPr>
            <p:ph type="pic" idx="2"/>
          </p:nvPr>
        </p:nvSpPr>
        <p:spPr>
          <a:xfrm>
            <a:off x="1706092" y="1282304"/>
            <a:ext cx="3215700" cy="1890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32" name="Google Shape;232;p32" descr="Ícone&#10;&#10;Descrição gerada automaticamente"/>
          <p:cNvPicPr preferRelativeResize="0"/>
          <p:nvPr/>
        </p:nvPicPr>
        <p:blipFill rotWithShape="1">
          <a:blip r:embed="rId2">
            <a:alphaModFix amt="24000"/>
          </a:blip>
          <a:srcRect/>
          <a:stretch/>
        </p:blipFill>
        <p:spPr>
          <a:xfrm>
            <a:off x="-594250" y="604747"/>
            <a:ext cx="1993438" cy="229850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>
            <a:spLocks noGrp="1"/>
          </p:cNvSpPr>
          <p:nvPr>
            <p:ph type="body" idx="1"/>
          </p:nvPr>
        </p:nvSpPr>
        <p:spPr>
          <a:xfrm>
            <a:off x="5232797" y="2072102"/>
            <a:ext cx="35637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32"/>
          <p:cNvSpPr txBox="1">
            <a:spLocks noGrp="1"/>
          </p:cNvSpPr>
          <p:nvPr>
            <p:ph type="body" idx="3"/>
          </p:nvPr>
        </p:nvSpPr>
        <p:spPr>
          <a:xfrm>
            <a:off x="5232797" y="2549180"/>
            <a:ext cx="3563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35" name="Google Shape;235;p32" descr="Desenho de um cachorr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4794" y="2970338"/>
            <a:ext cx="928802" cy="221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56786" y="378067"/>
            <a:ext cx="7066546" cy="4711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ub Capa 2">
  <p:cSld name="2_Sub Capa 2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>
            <a:spLocks noGrp="1"/>
          </p:cNvSpPr>
          <p:nvPr>
            <p:ph type="pic" idx="2"/>
          </p:nvPr>
        </p:nvSpPr>
        <p:spPr>
          <a:xfrm>
            <a:off x="1699022" y="1416480"/>
            <a:ext cx="3186000" cy="2025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39" name="Google Shape;23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1735" y="1268789"/>
            <a:ext cx="4726758" cy="2605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3" descr="Ícone&#10;&#10;Descrição gerada automaticamente"/>
          <p:cNvPicPr preferRelativeResize="0"/>
          <p:nvPr/>
        </p:nvPicPr>
        <p:blipFill rotWithShape="1">
          <a:blip r:embed="rId3">
            <a:alphaModFix amt="24000"/>
          </a:blip>
          <a:srcRect/>
          <a:stretch/>
        </p:blipFill>
        <p:spPr>
          <a:xfrm>
            <a:off x="-594250" y="604747"/>
            <a:ext cx="1993438" cy="2298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 txBox="1">
            <a:spLocks noGrp="1"/>
          </p:cNvSpPr>
          <p:nvPr>
            <p:ph type="body" idx="1"/>
          </p:nvPr>
        </p:nvSpPr>
        <p:spPr>
          <a:xfrm>
            <a:off x="5232797" y="2072102"/>
            <a:ext cx="35637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33"/>
          <p:cNvSpPr txBox="1">
            <a:spLocks noGrp="1"/>
          </p:cNvSpPr>
          <p:nvPr>
            <p:ph type="body" idx="3"/>
          </p:nvPr>
        </p:nvSpPr>
        <p:spPr>
          <a:xfrm>
            <a:off x="5232797" y="2549180"/>
            <a:ext cx="3563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43" name="Google Shape;243;p33" descr="Desenho de um cachorr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4794" y="2970338"/>
            <a:ext cx="928802" cy="221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ub Capa 2">
  <p:cSld name="6_Sub Capa 2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4" descr="Ícone&#10;&#10;Descrição gerada automaticamente"/>
          <p:cNvPicPr preferRelativeResize="0"/>
          <p:nvPr/>
        </p:nvPicPr>
        <p:blipFill rotWithShape="1">
          <a:blip r:embed="rId2">
            <a:alphaModFix amt="24000"/>
          </a:blip>
          <a:srcRect/>
          <a:stretch/>
        </p:blipFill>
        <p:spPr>
          <a:xfrm>
            <a:off x="-594250" y="604747"/>
            <a:ext cx="1993438" cy="2298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4"/>
          <p:cNvSpPr txBox="1">
            <a:spLocks noGrp="1"/>
          </p:cNvSpPr>
          <p:nvPr>
            <p:ph type="body" idx="1"/>
          </p:nvPr>
        </p:nvSpPr>
        <p:spPr>
          <a:xfrm>
            <a:off x="5232797" y="2072102"/>
            <a:ext cx="35637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body" idx="2"/>
          </p:nvPr>
        </p:nvSpPr>
        <p:spPr>
          <a:xfrm>
            <a:off x="5232797" y="2549180"/>
            <a:ext cx="3563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48" name="Google Shape;248;p34" descr="Desenho de um cachorr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4794" y="2970338"/>
            <a:ext cx="928802" cy="221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4" descr="A hand holding a phone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3259" y="682763"/>
            <a:ext cx="3657061" cy="434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4" descr="A hand holding a phone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3259" y="682763"/>
            <a:ext cx="3657061" cy="434145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4"/>
          <p:cNvSpPr>
            <a:spLocks noGrp="1"/>
          </p:cNvSpPr>
          <p:nvPr>
            <p:ph type="pic" idx="3"/>
          </p:nvPr>
        </p:nvSpPr>
        <p:spPr>
          <a:xfrm>
            <a:off x="2544318" y="980694"/>
            <a:ext cx="1501800" cy="3216300"/>
          </a:xfrm>
          <a:prstGeom prst="roundRect">
            <a:avLst>
              <a:gd name="adj" fmla="val 12633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ub Capa 2">
  <p:cSld name="3_Sub Capa 2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>
            <a:spLocks noGrp="1"/>
          </p:cNvSpPr>
          <p:nvPr>
            <p:ph type="pic" idx="2"/>
          </p:nvPr>
        </p:nvSpPr>
        <p:spPr>
          <a:xfrm>
            <a:off x="4046747" y="1282304"/>
            <a:ext cx="3215700" cy="189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5"/>
          <p:cNvSpPr/>
          <p:nvPr/>
        </p:nvSpPr>
        <p:spPr>
          <a:xfrm>
            <a:off x="7648161" y="163996"/>
            <a:ext cx="1274700" cy="55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5" descr="Forma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6474899" y="290564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3869" y="378067"/>
            <a:ext cx="7066546" cy="471103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5"/>
          <p:cNvSpPr txBox="1">
            <a:spLocks noGrp="1"/>
          </p:cNvSpPr>
          <p:nvPr>
            <p:ph type="body" idx="1"/>
          </p:nvPr>
        </p:nvSpPr>
        <p:spPr>
          <a:xfrm>
            <a:off x="767653" y="2072102"/>
            <a:ext cx="29445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body" idx="3"/>
          </p:nvPr>
        </p:nvSpPr>
        <p:spPr>
          <a:xfrm>
            <a:off x="767653" y="2549180"/>
            <a:ext cx="294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59" name="Google Shape;259;p35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650" y="2965574"/>
            <a:ext cx="928857" cy="222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ub Capa 2">
  <p:cSld name="4_Sub Capa 2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>
            <a:spLocks noGrp="1"/>
          </p:cNvSpPr>
          <p:nvPr>
            <p:ph type="pic" idx="2"/>
          </p:nvPr>
        </p:nvSpPr>
        <p:spPr>
          <a:xfrm>
            <a:off x="4136589" y="1416480"/>
            <a:ext cx="3188700" cy="2022300"/>
          </a:xfrm>
          <a:prstGeom prst="rect">
            <a:avLst/>
          </a:prstGeom>
          <a:noFill/>
          <a:ln>
            <a:noFill/>
          </a:ln>
        </p:spPr>
      </p:sp>
      <p:pic>
        <p:nvPicPr>
          <p:cNvPr id="262" name="Google Shape;26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69302" y="1268789"/>
            <a:ext cx="4726758" cy="260592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6"/>
          <p:cNvSpPr/>
          <p:nvPr/>
        </p:nvSpPr>
        <p:spPr>
          <a:xfrm>
            <a:off x="7648161" y="163996"/>
            <a:ext cx="1274700" cy="55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36" descr="Forma&#10;&#10;Descrição gerada automaticamente com confiança média"/>
          <p:cNvPicPr preferRelativeResize="0"/>
          <p:nvPr/>
        </p:nvPicPr>
        <p:blipFill rotWithShape="1">
          <a:blip r:embed="rId3">
            <a:alphaModFix amt="20000"/>
          </a:blip>
          <a:srcRect r="70167"/>
          <a:stretch/>
        </p:blipFill>
        <p:spPr>
          <a:xfrm>
            <a:off x="6474899" y="290564"/>
            <a:ext cx="1730466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6"/>
          <p:cNvSpPr txBox="1">
            <a:spLocks noGrp="1"/>
          </p:cNvSpPr>
          <p:nvPr>
            <p:ph type="body" idx="1"/>
          </p:nvPr>
        </p:nvSpPr>
        <p:spPr>
          <a:xfrm>
            <a:off x="767653" y="2072102"/>
            <a:ext cx="29445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36"/>
          <p:cNvSpPr txBox="1">
            <a:spLocks noGrp="1"/>
          </p:cNvSpPr>
          <p:nvPr>
            <p:ph type="body" idx="3"/>
          </p:nvPr>
        </p:nvSpPr>
        <p:spPr>
          <a:xfrm>
            <a:off x="767653" y="2549180"/>
            <a:ext cx="294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67" name="Google Shape;267;p36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650" y="2965574"/>
            <a:ext cx="928857" cy="222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ub Capa 2">
  <p:cSld name="5_Sub Capa 2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/>
          <p:nvPr/>
        </p:nvSpPr>
        <p:spPr>
          <a:xfrm>
            <a:off x="7648161" y="163996"/>
            <a:ext cx="1274700" cy="55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37" descr="Forma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6221452" y="290564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7" descr="A hand holding a phon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6636" y="682763"/>
            <a:ext cx="3657061" cy="434145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7"/>
          <p:cNvSpPr txBox="1">
            <a:spLocks noGrp="1"/>
          </p:cNvSpPr>
          <p:nvPr>
            <p:ph type="body" idx="1"/>
          </p:nvPr>
        </p:nvSpPr>
        <p:spPr>
          <a:xfrm>
            <a:off x="767653" y="2072102"/>
            <a:ext cx="29445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body" idx="2"/>
          </p:nvPr>
        </p:nvSpPr>
        <p:spPr>
          <a:xfrm>
            <a:off x="767653" y="2549180"/>
            <a:ext cx="2944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74" name="Google Shape;274;p37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650" y="2965574"/>
            <a:ext cx="928857" cy="22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>
            <a:spLocks noGrp="1"/>
          </p:cNvSpPr>
          <p:nvPr>
            <p:ph type="pic" idx="3"/>
          </p:nvPr>
        </p:nvSpPr>
        <p:spPr>
          <a:xfrm>
            <a:off x="5260086" y="980694"/>
            <a:ext cx="1501800" cy="3216300"/>
          </a:xfrm>
          <a:prstGeom prst="roundRect">
            <a:avLst>
              <a:gd name="adj" fmla="val 12633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chamento">
  <p:cSld name="Fechamento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/>
          <p:nvPr/>
        </p:nvSpPr>
        <p:spPr>
          <a:xfrm>
            <a:off x="7648161" y="163996"/>
            <a:ext cx="1274700" cy="55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38" descr="Forma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6782927" y="439807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8" descr="Desenho de cachorr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726" y="3289264"/>
            <a:ext cx="928857" cy="22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8"/>
          <p:cNvSpPr txBox="1"/>
          <p:nvPr/>
        </p:nvSpPr>
        <p:spPr>
          <a:xfrm>
            <a:off x="706963" y="2564361"/>
            <a:ext cx="1537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www.hvar.com.br</a:t>
            </a:r>
            <a:endParaRPr sz="1200" b="0" i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hvar@hvar.com.br</a:t>
            </a:r>
            <a:endParaRPr sz="1200" b="0" i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+55 (11) 5539-0092</a:t>
            </a:r>
            <a:endParaRPr sz="1100"/>
          </a:p>
        </p:txBody>
      </p:sp>
      <p:sp>
        <p:nvSpPr>
          <p:cNvPr id="281" name="Google Shape;281;p38"/>
          <p:cNvSpPr txBox="1"/>
          <p:nvPr/>
        </p:nvSpPr>
        <p:spPr>
          <a:xfrm>
            <a:off x="700895" y="2087002"/>
            <a:ext cx="1946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b="1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Obrigado!</a:t>
            </a:r>
            <a:endParaRPr sz="1100"/>
          </a:p>
        </p:txBody>
      </p:sp>
      <p:sp>
        <p:nvSpPr>
          <p:cNvPr id="282" name="Google Shape;282;p38"/>
          <p:cNvSpPr txBox="1"/>
          <p:nvPr/>
        </p:nvSpPr>
        <p:spPr>
          <a:xfrm>
            <a:off x="706964" y="3544675"/>
            <a:ext cx="2551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CONECTANDO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Dados, Pessoas e Tecnologia</a:t>
            </a:r>
            <a:endParaRPr sz="110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/ Subtítulo e Conteúdo">
  <p:cSld name="Título / Subtítulo e Conteúdo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>
            <a:spLocks noGrp="1"/>
          </p:cNvSpPr>
          <p:nvPr>
            <p:ph type="title"/>
          </p:nvPr>
        </p:nvSpPr>
        <p:spPr>
          <a:xfrm>
            <a:off x="628650" y="244028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None/>
              <a:defRPr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9"/>
          <p:cNvSpPr txBox="1">
            <a:spLocks noGrp="1"/>
          </p:cNvSpPr>
          <p:nvPr>
            <p:ph type="body" idx="1"/>
          </p:nvPr>
        </p:nvSpPr>
        <p:spPr>
          <a:xfrm>
            <a:off x="628650" y="1028700"/>
            <a:ext cx="7886700" cy="3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86" name="Google Shape;286;p39" descr="Desenho de um círcul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438" y="259910"/>
            <a:ext cx="278753" cy="293957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body" idx="2"/>
          </p:nvPr>
        </p:nvSpPr>
        <p:spPr>
          <a:xfrm>
            <a:off x="628650" y="639842"/>
            <a:ext cx="7886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>
  <p:cSld name="Capa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0" descr="Pessoas sentadas em sofá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60819" y="0"/>
            <a:ext cx="4983181" cy="501774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0"/>
          <p:cNvSpPr txBox="1"/>
          <p:nvPr/>
        </p:nvSpPr>
        <p:spPr>
          <a:xfrm>
            <a:off x="526014" y="475576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Conectando Dados,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Pessoas e Tecnologia</a:t>
            </a:r>
            <a:endParaRPr sz="1100"/>
          </a:p>
        </p:txBody>
      </p:sp>
      <p:pic>
        <p:nvPicPr>
          <p:cNvPr id="292" name="Google Shape;292;p40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777" y="238116"/>
            <a:ext cx="939599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0"/>
          <p:cNvSpPr txBox="1">
            <a:spLocks noGrp="1"/>
          </p:cNvSpPr>
          <p:nvPr>
            <p:ph type="body" idx="1"/>
          </p:nvPr>
        </p:nvSpPr>
        <p:spPr>
          <a:xfrm>
            <a:off x="274777" y="2068711"/>
            <a:ext cx="3885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94" name="Google Shape;294;p40" descr="Forma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2650" y="2291305"/>
            <a:ext cx="2276475" cy="266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apa">
  <p:cSld name="1_Capa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1" descr="Homem sentado em poltrona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65557" y="-1"/>
            <a:ext cx="4978443" cy="501301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1"/>
          <p:cNvSpPr txBox="1"/>
          <p:nvPr/>
        </p:nvSpPr>
        <p:spPr>
          <a:xfrm>
            <a:off x="526014" y="475576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Conectando Dados,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Pessoas e Tecnologia</a:t>
            </a:r>
            <a:endParaRPr sz="1100"/>
          </a:p>
        </p:txBody>
      </p:sp>
      <p:pic>
        <p:nvPicPr>
          <p:cNvPr id="298" name="Google Shape;298;p41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777" y="238116"/>
            <a:ext cx="939599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1"/>
          <p:cNvSpPr txBox="1">
            <a:spLocks noGrp="1"/>
          </p:cNvSpPr>
          <p:nvPr>
            <p:ph type="body" idx="1"/>
          </p:nvPr>
        </p:nvSpPr>
        <p:spPr>
          <a:xfrm>
            <a:off x="274777" y="2068711"/>
            <a:ext cx="3885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00" name="Google Shape;300;p41" descr="Forma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2650" y="2291305"/>
            <a:ext cx="2276475" cy="266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apa">
  <p:cSld name="2_Capa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/>
          <p:nvPr/>
        </p:nvSpPr>
        <p:spPr>
          <a:xfrm>
            <a:off x="526014" y="475576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Conectando Dados,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Pessoas e Tecnologia</a:t>
            </a:r>
            <a:endParaRPr sz="1100"/>
          </a:p>
        </p:txBody>
      </p:sp>
      <p:pic>
        <p:nvPicPr>
          <p:cNvPr id="303" name="Google Shape;303;p42" descr="Mão segurando telefone celular na mã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60819" y="-2977"/>
            <a:ext cx="4997468" cy="5032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2" descr="Desenho com traços pretos em fundo branco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777" y="238116"/>
            <a:ext cx="939599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2"/>
          <p:cNvSpPr txBox="1">
            <a:spLocks noGrp="1"/>
          </p:cNvSpPr>
          <p:nvPr>
            <p:ph type="body" idx="1"/>
          </p:nvPr>
        </p:nvSpPr>
        <p:spPr>
          <a:xfrm>
            <a:off x="274777" y="2068711"/>
            <a:ext cx="3885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06" name="Google Shape;306;p42" descr="Forma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2650" y="2291305"/>
            <a:ext cx="2276475" cy="266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apa">
  <p:cSld name="3_Capa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/>
        </p:nvSpPr>
        <p:spPr>
          <a:xfrm>
            <a:off x="526014" y="475576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Conectando Dados,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Pessoas e Tecnologia</a:t>
            </a:r>
            <a:endParaRPr sz="1100"/>
          </a:p>
        </p:txBody>
      </p:sp>
      <p:pic>
        <p:nvPicPr>
          <p:cNvPr id="309" name="Google Shape;309;p43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4777" y="238116"/>
            <a:ext cx="939599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3"/>
          <p:cNvSpPr txBox="1">
            <a:spLocks noGrp="1"/>
          </p:cNvSpPr>
          <p:nvPr>
            <p:ph type="body" idx="1"/>
          </p:nvPr>
        </p:nvSpPr>
        <p:spPr>
          <a:xfrm>
            <a:off x="274777" y="2068711"/>
            <a:ext cx="3885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11" name="Google Shape;311;p43" descr="Homem segurando um guarda-chuva&#10;&#10;Descrição gerada automaticamente com confiança baix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0819" y="-2977"/>
            <a:ext cx="4983181" cy="501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3" descr="Forma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2650" y="2291305"/>
            <a:ext cx="2276475" cy="266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apa">
  <p:cSld name="4_Capa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/>
          <p:nvPr/>
        </p:nvSpPr>
        <p:spPr>
          <a:xfrm>
            <a:off x="526014" y="475576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Conectando Dados,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Pessoas e Tecnologia</a:t>
            </a:r>
            <a:endParaRPr sz="1100"/>
          </a:p>
        </p:txBody>
      </p:sp>
      <p:pic>
        <p:nvPicPr>
          <p:cNvPr id="315" name="Google Shape;315;p44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4777" y="238116"/>
            <a:ext cx="939599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4"/>
          <p:cNvSpPr txBox="1">
            <a:spLocks noGrp="1"/>
          </p:cNvSpPr>
          <p:nvPr>
            <p:ph type="body" idx="1"/>
          </p:nvPr>
        </p:nvSpPr>
        <p:spPr>
          <a:xfrm>
            <a:off x="274777" y="2068711"/>
            <a:ext cx="3885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17" name="Google Shape;317;p44" descr="Mulher posando para foto com janela ao fund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0819" y="0"/>
            <a:ext cx="4983181" cy="501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4" descr="Forma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2650" y="2291305"/>
            <a:ext cx="2276475" cy="266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apa">
  <p:cSld name="5_Capa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 txBox="1"/>
          <p:nvPr/>
        </p:nvSpPr>
        <p:spPr>
          <a:xfrm>
            <a:off x="526014" y="475576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Conectando Dados,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Pessoas e Tecnologia</a:t>
            </a:r>
            <a:endParaRPr sz="1100"/>
          </a:p>
        </p:txBody>
      </p:sp>
      <p:pic>
        <p:nvPicPr>
          <p:cNvPr id="321" name="Google Shape;321;p45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4777" y="238116"/>
            <a:ext cx="939599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5"/>
          <p:cNvSpPr txBox="1">
            <a:spLocks noGrp="1"/>
          </p:cNvSpPr>
          <p:nvPr>
            <p:ph type="body" idx="1"/>
          </p:nvPr>
        </p:nvSpPr>
        <p:spPr>
          <a:xfrm>
            <a:off x="274777" y="2068711"/>
            <a:ext cx="3885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23" name="Google Shape;323;p45" descr="Homem sentado em cadeir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0819" y="0"/>
            <a:ext cx="4983181" cy="501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5" descr="Forma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2650" y="2291305"/>
            <a:ext cx="2276475" cy="266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apa">
  <p:cSld name="6_Capa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/>
        </p:nvSpPr>
        <p:spPr>
          <a:xfrm>
            <a:off x="526014" y="475576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Conectando Dados,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Pessoas e Tecnologia</a:t>
            </a:r>
            <a:endParaRPr sz="1100"/>
          </a:p>
        </p:txBody>
      </p:sp>
      <p:pic>
        <p:nvPicPr>
          <p:cNvPr id="327" name="Google Shape;327;p46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4777" y="238116"/>
            <a:ext cx="939599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6"/>
          <p:cNvSpPr txBox="1">
            <a:spLocks noGrp="1"/>
          </p:cNvSpPr>
          <p:nvPr>
            <p:ph type="body" idx="1"/>
          </p:nvPr>
        </p:nvSpPr>
        <p:spPr>
          <a:xfrm>
            <a:off x="274777" y="2068711"/>
            <a:ext cx="3885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0819" y="0"/>
            <a:ext cx="4983181" cy="501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6" descr="Forma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2650" y="2291305"/>
            <a:ext cx="2276475" cy="266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Laranja">
  <p:cSld name="Agenda - Laranja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/>
          <p:nvPr/>
        </p:nvSpPr>
        <p:spPr>
          <a:xfrm>
            <a:off x="-1" y="1676820"/>
            <a:ext cx="4484700" cy="1687200"/>
          </a:xfrm>
          <a:prstGeom prst="rect">
            <a:avLst/>
          </a:prstGeom>
          <a:solidFill>
            <a:srgbClr val="F58434"/>
          </a:solidFill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3" name="Google Shape;333;p47"/>
          <p:cNvSpPr txBox="1"/>
          <p:nvPr/>
        </p:nvSpPr>
        <p:spPr>
          <a:xfrm>
            <a:off x="1210589" y="2204087"/>
            <a:ext cx="29097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ctr" rtl="0">
              <a:lnSpc>
                <a:spcPct val="8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sz="1100"/>
          </a:p>
        </p:txBody>
      </p:sp>
      <p:pic>
        <p:nvPicPr>
          <p:cNvPr id="334" name="Google Shape;334;p47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646225" y="2113550"/>
            <a:ext cx="703978" cy="81372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7"/>
          <p:cNvSpPr txBox="1">
            <a:spLocks noGrp="1"/>
          </p:cNvSpPr>
          <p:nvPr>
            <p:ph type="body" idx="1"/>
          </p:nvPr>
        </p:nvSpPr>
        <p:spPr>
          <a:xfrm>
            <a:off x="5702006" y="1065564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47"/>
          <p:cNvSpPr txBox="1">
            <a:spLocks noGrp="1"/>
          </p:cNvSpPr>
          <p:nvPr>
            <p:ph type="body" idx="2"/>
          </p:nvPr>
        </p:nvSpPr>
        <p:spPr>
          <a:xfrm>
            <a:off x="5702006" y="1521522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47"/>
          <p:cNvSpPr txBox="1">
            <a:spLocks noGrp="1"/>
          </p:cNvSpPr>
          <p:nvPr>
            <p:ph type="body" idx="3"/>
          </p:nvPr>
        </p:nvSpPr>
        <p:spPr>
          <a:xfrm>
            <a:off x="5702006" y="1966132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47"/>
          <p:cNvSpPr txBox="1">
            <a:spLocks noGrp="1"/>
          </p:cNvSpPr>
          <p:nvPr>
            <p:ph type="body" idx="4"/>
          </p:nvPr>
        </p:nvSpPr>
        <p:spPr>
          <a:xfrm>
            <a:off x="5702006" y="2422090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47"/>
          <p:cNvSpPr txBox="1">
            <a:spLocks noGrp="1"/>
          </p:cNvSpPr>
          <p:nvPr>
            <p:ph type="body" idx="5"/>
          </p:nvPr>
        </p:nvSpPr>
        <p:spPr>
          <a:xfrm>
            <a:off x="5702006" y="2889395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47"/>
          <p:cNvSpPr txBox="1">
            <a:spLocks noGrp="1"/>
          </p:cNvSpPr>
          <p:nvPr>
            <p:ph type="body" idx="6"/>
          </p:nvPr>
        </p:nvSpPr>
        <p:spPr>
          <a:xfrm>
            <a:off x="5702006" y="3356534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47"/>
          <p:cNvSpPr txBox="1">
            <a:spLocks noGrp="1"/>
          </p:cNvSpPr>
          <p:nvPr>
            <p:ph type="body" idx="7"/>
          </p:nvPr>
        </p:nvSpPr>
        <p:spPr>
          <a:xfrm>
            <a:off x="5702006" y="3835103"/>
            <a:ext cx="3044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47"/>
          <p:cNvSpPr txBox="1">
            <a:spLocks noGrp="1"/>
          </p:cNvSpPr>
          <p:nvPr>
            <p:ph type="body" idx="8"/>
          </p:nvPr>
        </p:nvSpPr>
        <p:spPr>
          <a:xfrm>
            <a:off x="4861560" y="1065564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47"/>
          <p:cNvSpPr txBox="1">
            <a:spLocks noGrp="1"/>
          </p:cNvSpPr>
          <p:nvPr>
            <p:ph type="body" idx="9"/>
          </p:nvPr>
        </p:nvSpPr>
        <p:spPr>
          <a:xfrm>
            <a:off x="4861560" y="1521522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47"/>
          <p:cNvSpPr txBox="1">
            <a:spLocks noGrp="1"/>
          </p:cNvSpPr>
          <p:nvPr>
            <p:ph type="body" idx="13"/>
          </p:nvPr>
        </p:nvSpPr>
        <p:spPr>
          <a:xfrm>
            <a:off x="4861560" y="1966132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47"/>
          <p:cNvSpPr txBox="1">
            <a:spLocks noGrp="1"/>
          </p:cNvSpPr>
          <p:nvPr>
            <p:ph type="body" idx="14"/>
          </p:nvPr>
        </p:nvSpPr>
        <p:spPr>
          <a:xfrm>
            <a:off x="4861560" y="2422090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47"/>
          <p:cNvSpPr txBox="1">
            <a:spLocks noGrp="1"/>
          </p:cNvSpPr>
          <p:nvPr>
            <p:ph type="body" idx="15"/>
          </p:nvPr>
        </p:nvSpPr>
        <p:spPr>
          <a:xfrm>
            <a:off x="4861560" y="2889395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47"/>
          <p:cNvSpPr txBox="1">
            <a:spLocks noGrp="1"/>
          </p:cNvSpPr>
          <p:nvPr>
            <p:ph type="body" idx="16"/>
          </p:nvPr>
        </p:nvSpPr>
        <p:spPr>
          <a:xfrm>
            <a:off x="4861560" y="3356534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47"/>
          <p:cNvSpPr txBox="1">
            <a:spLocks noGrp="1"/>
          </p:cNvSpPr>
          <p:nvPr>
            <p:ph type="body" idx="17"/>
          </p:nvPr>
        </p:nvSpPr>
        <p:spPr>
          <a:xfrm>
            <a:off x="4861560" y="3835103"/>
            <a:ext cx="670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Capa - Laranja">
  <p:cSld name="Sub Capa - Laranja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>
            <a:spLocks noGrp="1"/>
          </p:cNvSpPr>
          <p:nvPr>
            <p:ph type="ctrTitle"/>
          </p:nvPr>
        </p:nvSpPr>
        <p:spPr>
          <a:xfrm>
            <a:off x="1143000" y="2102126"/>
            <a:ext cx="6858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"/>
              <a:buNone/>
              <a:defRPr sz="2700" b="1" i="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48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352" name="Google Shape;352;p48" descr="Desenho de um cachorr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3000" y="3180674"/>
            <a:ext cx="928802" cy="221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8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898" y="4159878"/>
            <a:ext cx="598956" cy="83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r" rtl="0"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Layout Personalizado">
  <p:cSld name="4_Layout Personalizado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57" name="Google Shape;357;p49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598F4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9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49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9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9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9" descr="Desenho de um cachorr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027" y="3563070"/>
            <a:ext cx="928802" cy="22156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9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49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Layout Personalizado">
  <p:cSld name="6_Layout Personalizado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67" name="Google Shape;367;p50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D36B2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50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50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0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0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0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215" y="3570823"/>
            <a:ext cx="928857" cy="2223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0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50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Layout Personalizado">
  <p:cSld name="7_Layout Personalizado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77" name="Google Shape;377;p51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E15A2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51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51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1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1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1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215" y="3570823"/>
            <a:ext cx="928857" cy="22238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1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51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Layout Personalizado">
  <p:cSld name="8_Layout Personalizado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87" name="Google Shape;387;p52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EFAF2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52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52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2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2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52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215" y="3570823"/>
            <a:ext cx="928857" cy="22238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2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4" name="Google Shape;394;p52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Layout Personalizado">
  <p:cSld name="9_Layout Personalizado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97" name="Google Shape;397;p53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18384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3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53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3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3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3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215" y="3570823"/>
            <a:ext cx="928857" cy="22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3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53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Layout Personalizado">
  <p:cSld name="10_Layout Personalizado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07" name="Google Shape;407;p54"/>
          <p:cNvSpPr/>
          <p:nvPr/>
        </p:nvSpPr>
        <p:spPr>
          <a:xfrm>
            <a:off x="-11960" y="0"/>
            <a:ext cx="9156000" cy="5143500"/>
          </a:xfrm>
          <a:prstGeom prst="rect">
            <a:avLst/>
          </a:prstGeom>
          <a:solidFill>
            <a:srgbClr val="115F7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4"/>
          <p:cNvSpPr/>
          <p:nvPr/>
        </p:nvSpPr>
        <p:spPr>
          <a:xfrm flipH="1"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54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 amt="20000"/>
          </a:blip>
          <a:srcRect r="70167"/>
          <a:stretch/>
        </p:blipFill>
        <p:spPr>
          <a:xfrm>
            <a:off x="5366066" y="668655"/>
            <a:ext cx="173046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4" descr="Forma, S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48" y="4155141"/>
            <a:ext cx="581655" cy="8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4" descr="Desenho com traços pretos em fundo branc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5303" y="204283"/>
            <a:ext cx="939790" cy="32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4" descr="Desenho de cachorr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215" y="3570823"/>
            <a:ext cx="928857" cy="22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4"/>
          <p:cNvSpPr txBox="1">
            <a:spLocks noGrp="1"/>
          </p:cNvSpPr>
          <p:nvPr>
            <p:ph type="body" idx="1"/>
          </p:nvPr>
        </p:nvSpPr>
        <p:spPr>
          <a:xfrm>
            <a:off x="708164" y="1893097"/>
            <a:ext cx="3820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4" name="Google Shape;414;p54"/>
          <p:cNvSpPr txBox="1">
            <a:spLocks noGrp="1"/>
          </p:cNvSpPr>
          <p:nvPr>
            <p:ph type="body" idx="2"/>
          </p:nvPr>
        </p:nvSpPr>
        <p:spPr>
          <a:xfrm>
            <a:off x="708422" y="2482766"/>
            <a:ext cx="38202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hree columns">
  <p:cSld name="CUSTOM_3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5"/>
          <p:cNvSpPr txBox="1">
            <a:spLocks noGrp="1"/>
          </p:cNvSpPr>
          <p:nvPr>
            <p:ph type="title"/>
          </p:nvPr>
        </p:nvSpPr>
        <p:spPr>
          <a:xfrm>
            <a:off x="761950" y="809575"/>
            <a:ext cx="5080200" cy="352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417" name="Google Shape;417;p55"/>
          <p:cNvGrpSpPr/>
          <p:nvPr/>
        </p:nvGrpSpPr>
        <p:grpSpPr>
          <a:xfrm>
            <a:off x="614120" y="4568626"/>
            <a:ext cx="1565658" cy="245350"/>
            <a:chOff x="614120" y="4568626"/>
            <a:chExt cx="1565658" cy="245350"/>
          </a:xfrm>
        </p:grpSpPr>
        <p:grpSp>
          <p:nvGrpSpPr>
            <p:cNvPr id="418" name="Google Shape;418;p55"/>
            <p:cNvGrpSpPr/>
            <p:nvPr/>
          </p:nvGrpSpPr>
          <p:grpSpPr>
            <a:xfrm>
              <a:off x="614120" y="4568626"/>
              <a:ext cx="290167" cy="233377"/>
              <a:chOff x="614120" y="4568626"/>
              <a:chExt cx="290167" cy="233377"/>
            </a:xfrm>
          </p:grpSpPr>
          <p:sp>
            <p:nvSpPr>
              <p:cNvPr id="419" name="Google Shape;419;p55"/>
              <p:cNvSpPr/>
              <p:nvPr/>
            </p:nvSpPr>
            <p:spPr>
              <a:xfrm>
                <a:off x="649563" y="4568626"/>
                <a:ext cx="184863" cy="83805"/>
              </a:xfrm>
              <a:custGeom>
                <a:avLst/>
                <a:gdLst/>
                <a:ahLst/>
                <a:cxnLst/>
                <a:rect l="l" t="t" r="r" b="b"/>
                <a:pathLst>
                  <a:path w="27946" h="12669" extrusionOk="0">
                    <a:moveTo>
                      <a:pt x="16372" y="0"/>
                    </a:moveTo>
                    <a:lnTo>
                      <a:pt x="14729" y="95"/>
                    </a:lnTo>
                    <a:lnTo>
                      <a:pt x="13098" y="345"/>
                    </a:lnTo>
                    <a:lnTo>
                      <a:pt x="11502" y="762"/>
                    </a:lnTo>
                    <a:lnTo>
                      <a:pt x="9942" y="1322"/>
                    </a:lnTo>
                    <a:lnTo>
                      <a:pt x="8430" y="2036"/>
                    </a:lnTo>
                    <a:lnTo>
                      <a:pt x="6989" y="2905"/>
                    </a:lnTo>
                    <a:lnTo>
                      <a:pt x="5620" y="3929"/>
                    </a:lnTo>
                    <a:lnTo>
                      <a:pt x="4334" y="5108"/>
                    </a:lnTo>
                    <a:lnTo>
                      <a:pt x="3739" y="5751"/>
                    </a:lnTo>
                    <a:lnTo>
                      <a:pt x="3405" y="6132"/>
                    </a:lnTo>
                    <a:lnTo>
                      <a:pt x="2798" y="6906"/>
                    </a:lnTo>
                    <a:lnTo>
                      <a:pt x="2227" y="7716"/>
                    </a:lnTo>
                    <a:lnTo>
                      <a:pt x="1703" y="8561"/>
                    </a:lnTo>
                    <a:lnTo>
                      <a:pt x="1238" y="9430"/>
                    </a:lnTo>
                    <a:lnTo>
                      <a:pt x="810" y="10335"/>
                    </a:lnTo>
                    <a:lnTo>
                      <a:pt x="453" y="11252"/>
                    </a:lnTo>
                    <a:lnTo>
                      <a:pt x="131" y="12192"/>
                    </a:lnTo>
                    <a:lnTo>
                      <a:pt x="0" y="12669"/>
                    </a:lnTo>
                    <a:lnTo>
                      <a:pt x="179" y="12573"/>
                    </a:lnTo>
                    <a:lnTo>
                      <a:pt x="595" y="12514"/>
                    </a:lnTo>
                    <a:lnTo>
                      <a:pt x="1203" y="12573"/>
                    </a:lnTo>
                    <a:lnTo>
                      <a:pt x="1310" y="12597"/>
                    </a:lnTo>
                    <a:lnTo>
                      <a:pt x="8930" y="11347"/>
                    </a:lnTo>
                    <a:lnTo>
                      <a:pt x="8978" y="11264"/>
                    </a:lnTo>
                    <a:lnTo>
                      <a:pt x="9252" y="10906"/>
                    </a:lnTo>
                    <a:lnTo>
                      <a:pt x="9442" y="10740"/>
                    </a:lnTo>
                    <a:lnTo>
                      <a:pt x="9526" y="10740"/>
                    </a:lnTo>
                    <a:lnTo>
                      <a:pt x="9847" y="10395"/>
                    </a:lnTo>
                    <a:lnTo>
                      <a:pt x="10538" y="9775"/>
                    </a:lnTo>
                    <a:lnTo>
                      <a:pt x="11276" y="9240"/>
                    </a:lnTo>
                    <a:lnTo>
                      <a:pt x="12050" y="8775"/>
                    </a:lnTo>
                    <a:lnTo>
                      <a:pt x="12847" y="8382"/>
                    </a:lnTo>
                    <a:lnTo>
                      <a:pt x="13681" y="8085"/>
                    </a:lnTo>
                    <a:lnTo>
                      <a:pt x="14538" y="7846"/>
                    </a:lnTo>
                    <a:lnTo>
                      <a:pt x="15407" y="7704"/>
                    </a:lnTo>
                    <a:lnTo>
                      <a:pt x="16289" y="7644"/>
                    </a:lnTo>
                    <a:lnTo>
                      <a:pt x="17170" y="7656"/>
                    </a:lnTo>
                    <a:lnTo>
                      <a:pt x="18039" y="7751"/>
                    </a:lnTo>
                    <a:lnTo>
                      <a:pt x="18908" y="7930"/>
                    </a:lnTo>
                    <a:lnTo>
                      <a:pt x="19765" y="8192"/>
                    </a:lnTo>
                    <a:lnTo>
                      <a:pt x="20599" y="8537"/>
                    </a:lnTo>
                    <a:lnTo>
                      <a:pt x="21408" y="8966"/>
                    </a:lnTo>
                    <a:lnTo>
                      <a:pt x="22182" y="9478"/>
                    </a:lnTo>
                    <a:lnTo>
                      <a:pt x="22551" y="9775"/>
                    </a:lnTo>
                    <a:lnTo>
                      <a:pt x="22551" y="9740"/>
                    </a:lnTo>
                    <a:lnTo>
                      <a:pt x="23956" y="9775"/>
                    </a:lnTo>
                    <a:lnTo>
                      <a:pt x="27767" y="5965"/>
                    </a:lnTo>
                    <a:lnTo>
                      <a:pt x="27945" y="4334"/>
                    </a:lnTo>
                    <a:lnTo>
                      <a:pt x="27267" y="3763"/>
                    </a:lnTo>
                    <a:lnTo>
                      <a:pt x="25862" y="2750"/>
                    </a:lnTo>
                    <a:lnTo>
                      <a:pt x="24385" y="1893"/>
                    </a:lnTo>
                    <a:lnTo>
                      <a:pt x="22849" y="1191"/>
                    </a:lnTo>
                    <a:lnTo>
                      <a:pt x="21266" y="655"/>
                    </a:lnTo>
                    <a:lnTo>
                      <a:pt x="19646" y="274"/>
                    </a:lnTo>
                    <a:lnTo>
                      <a:pt x="18015" y="60"/>
                    </a:lnTo>
                    <a:lnTo>
                      <a:pt x="1637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55"/>
              <p:cNvSpPr/>
              <p:nvPr/>
            </p:nvSpPr>
            <p:spPr>
              <a:xfrm>
                <a:off x="752817" y="4597368"/>
                <a:ext cx="151470" cy="204556"/>
              </a:xfrm>
              <a:custGeom>
                <a:avLst/>
                <a:gdLst/>
                <a:ahLst/>
                <a:cxnLst/>
                <a:rect l="l" t="t" r="r" b="b"/>
                <a:pathLst>
                  <a:path w="22898" h="30923" extrusionOk="0">
                    <a:moveTo>
                      <a:pt x="12348" y="1"/>
                    </a:moveTo>
                    <a:lnTo>
                      <a:pt x="6942" y="5395"/>
                    </a:lnTo>
                    <a:lnTo>
                      <a:pt x="7359" y="5740"/>
                    </a:lnTo>
                    <a:lnTo>
                      <a:pt x="8109" y="6502"/>
                    </a:lnTo>
                    <a:lnTo>
                      <a:pt x="8764" y="7335"/>
                    </a:lnTo>
                    <a:lnTo>
                      <a:pt x="9324" y="8228"/>
                    </a:lnTo>
                    <a:lnTo>
                      <a:pt x="9788" y="9181"/>
                    </a:lnTo>
                    <a:lnTo>
                      <a:pt x="10133" y="10169"/>
                    </a:lnTo>
                    <a:lnTo>
                      <a:pt x="10372" y="11205"/>
                    </a:lnTo>
                    <a:lnTo>
                      <a:pt x="10491" y="12265"/>
                    </a:lnTo>
                    <a:lnTo>
                      <a:pt x="10503" y="12812"/>
                    </a:lnTo>
                    <a:lnTo>
                      <a:pt x="10503" y="13777"/>
                    </a:lnTo>
                    <a:lnTo>
                      <a:pt x="10991" y="13789"/>
                    </a:lnTo>
                    <a:lnTo>
                      <a:pt x="11920" y="13979"/>
                    </a:lnTo>
                    <a:lnTo>
                      <a:pt x="12777" y="14348"/>
                    </a:lnTo>
                    <a:lnTo>
                      <a:pt x="13539" y="14860"/>
                    </a:lnTo>
                    <a:lnTo>
                      <a:pt x="14182" y="15503"/>
                    </a:lnTo>
                    <a:lnTo>
                      <a:pt x="14694" y="16265"/>
                    </a:lnTo>
                    <a:lnTo>
                      <a:pt x="15051" y="17123"/>
                    </a:lnTo>
                    <a:lnTo>
                      <a:pt x="15241" y="18051"/>
                    </a:lnTo>
                    <a:lnTo>
                      <a:pt x="15265" y="18540"/>
                    </a:lnTo>
                    <a:lnTo>
                      <a:pt x="15241" y="19028"/>
                    </a:lnTo>
                    <a:lnTo>
                      <a:pt x="15051" y="19956"/>
                    </a:lnTo>
                    <a:lnTo>
                      <a:pt x="14694" y="20814"/>
                    </a:lnTo>
                    <a:lnTo>
                      <a:pt x="14182" y="21576"/>
                    </a:lnTo>
                    <a:lnTo>
                      <a:pt x="13539" y="22219"/>
                    </a:lnTo>
                    <a:lnTo>
                      <a:pt x="12777" y="22731"/>
                    </a:lnTo>
                    <a:lnTo>
                      <a:pt x="11920" y="23100"/>
                    </a:lnTo>
                    <a:lnTo>
                      <a:pt x="10991" y="23290"/>
                    </a:lnTo>
                    <a:lnTo>
                      <a:pt x="10503" y="23302"/>
                    </a:lnTo>
                    <a:lnTo>
                      <a:pt x="977" y="23302"/>
                    </a:lnTo>
                    <a:lnTo>
                      <a:pt x="1" y="24267"/>
                    </a:lnTo>
                    <a:lnTo>
                      <a:pt x="1" y="29958"/>
                    </a:lnTo>
                    <a:lnTo>
                      <a:pt x="977" y="30922"/>
                    </a:lnTo>
                    <a:lnTo>
                      <a:pt x="10503" y="30922"/>
                    </a:lnTo>
                    <a:lnTo>
                      <a:pt x="11134" y="30911"/>
                    </a:lnTo>
                    <a:lnTo>
                      <a:pt x="12384" y="30780"/>
                    </a:lnTo>
                    <a:lnTo>
                      <a:pt x="13598" y="30541"/>
                    </a:lnTo>
                    <a:lnTo>
                      <a:pt x="14765" y="30172"/>
                    </a:lnTo>
                    <a:lnTo>
                      <a:pt x="15873" y="29708"/>
                    </a:lnTo>
                    <a:lnTo>
                      <a:pt x="16932" y="29136"/>
                    </a:lnTo>
                    <a:lnTo>
                      <a:pt x="17921" y="28470"/>
                    </a:lnTo>
                    <a:lnTo>
                      <a:pt x="18837" y="27708"/>
                    </a:lnTo>
                    <a:lnTo>
                      <a:pt x="19671" y="26874"/>
                    </a:lnTo>
                    <a:lnTo>
                      <a:pt x="20433" y="25957"/>
                    </a:lnTo>
                    <a:lnTo>
                      <a:pt x="21100" y="24969"/>
                    </a:lnTo>
                    <a:lnTo>
                      <a:pt x="21671" y="23909"/>
                    </a:lnTo>
                    <a:lnTo>
                      <a:pt x="22147" y="22802"/>
                    </a:lnTo>
                    <a:lnTo>
                      <a:pt x="22505" y="21635"/>
                    </a:lnTo>
                    <a:lnTo>
                      <a:pt x="22755" y="20433"/>
                    </a:lnTo>
                    <a:lnTo>
                      <a:pt x="22886" y="19183"/>
                    </a:lnTo>
                    <a:lnTo>
                      <a:pt x="22898" y="18540"/>
                    </a:lnTo>
                    <a:lnTo>
                      <a:pt x="22886" y="17778"/>
                    </a:lnTo>
                    <a:lnTo>
                      <a:pt x="22695" y="16289"/>
                    </a:lnTo>
                    <a:lnTo>
                      <a:pt x="22338" y="14837"/>
                    </a:lnTo>
                    <a:lnTo>
                      <a:pt x="21802" y="13455"/>
                    </a:lnTo>
                    <a:lnTo>
                      <a:pt x="21112" y="12134"/>
                    </a:lnTo>
                    <a:lnTo>
                      <a:pt x="20266" y="10907"/>
                    </a:lnTo>
                    <a:lnTo>
                      <a:pt x="19278" y="9788"/>
                    </a:lnTo>
                    <a:lnTo>
                      <a:pt x="18147" y="8776"/>
                    </a:lnTo>
                    <a:lnTo>
                      <a:pt x="17528" y="8336"/>
                    </a:lnTo>
                    <a:lnTo>
                      <a:pt x="17349" y="7728"/>
                    </a:lnTo>
                    <a:lnTo>
                      <a:pt x="16944" y="6550"/>
                    </a:lnTo>
                    <a:lnTo>
                      <a:pt x="16444" y="5407"/>
                    </a:lnTo>
                    <a:lnTo>
                      <a:pt x="15861" y="4311"/>
                    </a:lnTo>
                    <a:lnTo>
                      <a:pt x="15206" y="3263"/>
                    </a:lnTo>
                    <a:lnTo>
                      <a:pt x="14479" y="2263"/>
                    </a:lnTo>
                    <a:lnTo>
                      <a:pt x="13682" y="1311"/>
                    </a:lnTo>
                    <a:lnTo>
                      <a:pt x="12813" y="418"/>
                    </a:lnTo>
                    <a:lnTo>
                      <a:pt x="1234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55"/>
              <p:cNvSpPr/>
              <p:nvPr/>
            </p:nvSpPr>
            <p:spPr>
              <a:xfrm>
                <a:off x="646726" y="4748673"/>
                <a:ext cx="112561" cy="53330"/>
              </a:xfrm>
              <a:custGeom>
                <a:avLst/>
                <a:gdLst/>
                <a:ahLst/>
                <a:cxnLst/>
                <a:rect l="l" t="t" r="r" b="b"/>
                <a:pathLst>
                  <a:path w="17016" h="8062" extrusionOk="0">
                    <a:moveTo>
                      <a:pt x="5513" y="1"/>
                    </a:moveTo>
                    <a:lnTo>
                      <a:pt x="4144" y="417"/>
                    </a:lnTo>
                    <a:lnTo>
                      <a:pt x="334" y="4227"/>
                    </a:lnTo>
                    <a:lnTo>
                      <a:pt x="0" y="5525"/>
                    </a:lnTo>
                    <a:lnTo>
                      <a:pt x="405" y="5823"/>
                    </a:lnTo>
                    <a:lnTo>
                      <a:pt x="1251" y="6359"/>
                    </a:lnTo>
                    <a:lnTo>
                      <a:pt x="2144" y="6835"/>
                    </a:lnTo>
                    <a:lnTo>
                      <a:pt x="3061" y="7228"/>
                    </a:lnTo>
                    <a:lnTo>
                      <a:pt x="4001" y="7549"/>
                    </a:lnTo>
                    <a:lnTo>
                      <a:pt x="4977" y="7799"/>
                    </a:lnTo>
                    <a:lnTo>
                      <a:pt x="5966" y="7966"/>
                    </a:lnTo>
                    <a:lnTo>
                      <a:pt x="6966" y="8049"/>
                    </a:lnTo>
                    <a:lnTo>
                      <a:pt x="7478" y="8061"/>
                    </a:lnTo>
                    <a:lnTo>
                      <a:pt x="17015" y="8061"/>
                    </a:lnTo>
                    <a:lnTo>
                      <a:pt x="17015" y="429"/>
                    </a:lnTo>
                    <a:lnTo>
                      <a:pt x="7478" y="429"/>
                    </a:lnTo>
                    <a:lnTo>
                      <a:pt x="6966" y="405"/>
                    </a:lnTo>
                    <a:lnTo>
                      <a:pt x="5978" y="191"/>
                    </a:lnTo>
                    <a:lnTo>
                      <a:pt x="55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55"/>
              <p:cNvSpPr/>
              <p:nvPr/>
            </p:nvSpPr>
            <p:spPr>
              <a:xfrm>
                <a:off x="614120" y="4638010"/>
                <a:ext cx="147290" cy="147376"/>
              </a:xfrm>
              <a:custGeom>
                <a:avLst/>
                <a:gdLst/>
                <a:ahLst/>
                <a:cxnLst/>
                <a:rect l="l" t="t" r="r" b="b"/>
                <a:pathLst>
                  <a:path w="22266" h="22279" extrusionOk="0">
                    <a:moveTo>
                      <a:pt x="12407" y="1"/>
                    </a:moveTo>
                    <a:lnTo>
                      <a:pt x="11764" y="13"/>
                    </a:lnTo>
                    <a:lnTo>
                      <a:pt x="10514" y="132"/>
                    </a:lnTo>
                    <a:lnTo>
                      <a:pt x="9299" y="382"/>
                    </a:lnTo>
                    <a:lnTo>
                      <a:pt x="8132" y="739"/>
                    </a:lnTo>
                    <a:lnTo>
                      <a:pt x="7025" y="1203"/>
                    </a:lnTo>
                    <a:lnTo>
                      <a:pt x="5965" y="1775"/>
                    </a:lnTo>
                    <a:lnTo>
                      <a:pt x="4977" y="2442"/>
                    </a:lnTo>
                    <a:lnTo>
                      <a:pt x="4060" y="3192"/>
                    </a:lnTo>
                    <a:lnTo>
                      <a:pt x="3215" y="4037"/>
                    </a:lnTo>
                    <a:lnTo>
                      <a:pt x="2465" y="4954"/>
                    </a:lnTo>
                    <a:lnTo>
                      <a:pt x="1798" y="5942"/>
                    </a:lnTo>
                    <a:lnTo>
                      <a:pt x="1226" y="6990"/>
                    </a:lnTo>
                    <a:lnTo>
                      <a:pt x="750" y="8097"/>
                    </a:lnTo>
                    <a:lnTo>
                      <a:pt x="393" y="9264"/>
                    </a:lnTo>
                    <a:lnTo>
                      <a:pt x="143" y="10479"/>
                    </a:lnTo>
                    <a:lnTo>
                      <a:pt x="12" y="11729"/>
                    </a:lnTo>
                    <a:lnTo>
                      <a:pt x="0" y="12360"/>
                    </a:lnTo>
                    <a:lnTo>
                      <a:pt x="12" y="13098"/>
                    </a:lnTo>
                    <a:lnTo>
                      <a:pt x="179" y="14527"/>
                    </a:lnTo>
                    <a:lnTo>
                      <a:pt x="512" y="15920"/>
                    </a:lnTo>
                    <a:lnTo>
                      <a:pt x="1000" y="17265"/>
                    </a:lnTo>
                    <a:lnTo>
                      <a:pt x="1631" y="18527"/>
                    </a:lnTo>
                    <a:lnTo>
                      <a:pt x="2405" y="19730"/>
                    </a:lnTo>
                    <a:lnTo>
                      <a:pt x="3310" y="20825"/>
                    </a:lnTo>
                    <a:lnTo>
                      <a:pt x="4358" y="21826"/>
                    </a:lnTo>
                    <a:lnTo>
                      <a:pt x="4929" y="22278"/>
                    </a:lnTo>
                    <a:lnTo>
                      <a:pt x="10454" y="16741"/>
                    </a:lnTo>
                    <a:lnTo>
                      <a:pt x="10014" y="16527"/>
                    </a:lnTo>
                    <a:lnTo>
                      <a:pt x="9240" y="15979"/>
                    </a:lnTo>
                    <a:lnTo>
                      <a:pt x="8609" y="15301"/>
                    </a:lnTo>
                    <a:lnTo>
                      <a:pt x="8120" y="14515"/>
                    </a:lnTo>
                    <a:lnTo>
                      <a:pt x="7799" y="13670"/>
                    </a:lnTo>
                    <a:lnTo>
                      <a:pt x="7644" y="12765"/>
                    </a:lnTo>
                    <a:lnTo>
                      <a:pt x="7656" y="11836"/>
                    </a:lnTo>
                    <a:lnTo>
                      <a:pt x="7870" y="10895"/>
                    </a:lnTo>
                    <a:lnTo>
                      <a:pt x="8061" y="10443"/>
                    </a:lnTo>
                    <a:lnTo>
                      <a:pt x="8275" y="10002"/>
                    </a:lnTo>
                    <a:lnTo>
                      <a:pt x="8823" y="9240"/>
                    </a:lnTo>
                    <a:lnTo>
                      <a:pt x="9502" y="8597"/>
                    </a:lnTo>
                    <a:lnTo>
                      <a:pt x="10276" y="8121"/>
                    </a:lnTo>
                    <a:lnTo>
                      <a:pt x="11133" y="7788"/>
                    </a:lnTo>
                    <a:lnTo>
                      <a:pt x="12038" y="7633"/>
                    </a:lnTo>
                    <a:lnTo>
                      <a:pt x="12967" y="7657"/>
                    </a:lnTo>
                    <a:lnTo>
                      <a:pt x="13895" y="7859"/>
                    </a:lnTo>
                    <a:lnTo>
                      <a:pt x="14348" y="8050"/>
                    </a:lnTo>
                    <a:lnTo>
                      <a:pt x="14741" y="8240"/>
                    </a:lnTo>
                    <a:lnTo>
                      <a:pt x="15455" y="8728"/>
                    </a:lnTo>
                    <a:lnTo>
                      <a:pt x="16062" y="9347"/>
                    </a:lnTo>
                    <a:lnTo>
                      <a:pt x="16562" y="10050"/>
                    </a:lnTo>
                    <a:lnTo>
                      <a:pt x="16753" y="10443"/>
                    </a:lnTo>
                    <a:lnTo>
                      <a:pt x="22266" y="4930"/>
                    </a:lnTo>
                    <a:lnTo>
                      <a:pt x="21825" y="4347"/>
                    </a:lnTo>
                    <a:lnTo>
                      <a:pt x="20825" y="3311"/>
                    </a:lnTo>
                    <a:lnTo>
                      <a:pt x="19730" y="2394"/>
                    </a:lnTo>
                    <a:lnTo>
                      <a:pt x="18539" y="1620"/>
                    </a:lnTo>
                    <a:lnTo>
                      <a:pt x="17277" y="989"/>
                    </a:lnTo>
                    <a:lnTo>
                      <a:pt x="15943" y="513"/>
                    </a:lnTo>
                    <a:lnTo>
                      <a:pt x="14550" y="179"/>
                    </a:lnTo>
                    <a:lnTo>
                      <a:pt x="13133" y="13"/>
                    </a:lnTo>
                    <a:lnTo>
                      <a:pt x="1240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" name="Google Shape;423;p55"/>
            <p:cNvGrpSpPr/>
            <p:nvPr/>
          </p:nvGrpSpPr>
          <p:grpSpPr>
            <a:xfrm>
              <a:off x="989660" y="4603434"/>
              <a:ext cx="1190118" cy="210542"/>
              <a:chOff x="989660" y="4603434"/>
              <a:chExt cx="1190118" cy="210542"/>
            </a:xfrm>
          </p:grpSpPr>
          <p:sp>
            <p:nvSpPr>
              <p:cNvPr id="424" name="Google Shape;424;p55"/>
              <p:cNvSpPr/>
              <p:nvPr/>
            </p:nvSpPr>
            <p:spPr>
              <a:xfrm>
                <a:off x="989660" y="4603434"/>
                <a:ext cx="646021" cy="210542"/>
              </a:xfrm>
              <a:custGeom>
                <a:avLst/>
                <a:gdLst/>
                <a:ahLst/>
                <a:cxnLst/>
                <a:rect l="l" t="t" r="r" b="b"/>
                <a:pathLst>
                  <a:path w="97660" h="31828" extrusionOk="0">
                    <a:moveTo>
                      <a:pt x="90813" y="11848"/>
                    </a:moveTo>
                    <a:lnTo>
                      <a:pt x="91289" y="11919"/>
                    </a:lnTo>
                    <a:lnTo>
                      <a:pt x="91754" y="12038"/>
                    </a:lnTo>
                    <a:lnTo>
                      <a:pt x="92194" y="12217"/>
                    </a:lnTo>
                    <a:lnTo>
                      <a:pt x="92409" y="12336"/>
                    </a:lnTo>
                    <a:lnTo>
                      <a:pt x="92599" y="12443"/>
                    </a:lnTo>
                    <a:lnTo>
                      <a:pt x="92933" y="12705"/>
                    </a:lnTo>
                    <a:lnTo>
                      <a:pt x="93206" y="13015"/>
                    </a:lnTo>
                    <a:lnTo>
                      <a:pt x="93433" y="13372"/>
                    </a:lnTo>
                    <a:lnTo>
                      <a:pt x="93528" y="13562"/>
                    </a:lnTo>
                    <a:lnTo>
                      <a:pt x="86408" y="16491"/>
                    </a:lnTo>
                    <a:lnTo>
                      <a:pt x="86396" y="16015"/>
                    </a:lnTo>
                    <a:lnTo>
                      <a:pt x="86539" y="15098"/>
                    </a:lnTo>
                    <a:lnTo>
                      <a:pt x="86860" y="14229"/>
                    </a:lnTo>
                    <a:lnTo>
                      <a:pt x="87372" y="13455"/>
                    </a:lnTo>
                    <a:lnTo>
                      <a:pt x="87694" y="13110"/>
                    </a:lnTo>
                    <a:lnTo>
                      <a:pt x="87979" y="12824"/>
                    </a:lnTo>
                    <a:lnTo>
                      <a:pt x="88646" y="12372"/>
                    </a:lnTo>
                    <a:lnTo>
                      <a:pt x="89372" y="12050"/>
                    </a:lnTo>
                    <a:lnTo>
                      <a:pt x="90158" y="11872"/>
                    </a:lnTo>
                    <a:lnTo>
                      <a:pt x="90563" y="11848"/>
                    </a:lnTo>
                    <a:close/>
                    <a:moveTo>
                      <a:pt x="32899" y="11907"/>
                    </a:moveTo>
                    <a:lnTo>
                      <a:pt x="33756" y="11931"/>
                    </a:lnTo>
                    <a:lnTo>
                      <a:pt x="34578" y="12110"/>
                    </a:lnTo>
                    <a:lnTo>
                      <a:pt x="35375" y="12443"/>
                    </a:lnTo>
                    <a:lnTo>
                      <a:pt x="36090" y="12943"/>
                    </a:lnTo>
                    <a:lnTo>
                      <a:pt x="36423" y="13265"/>
                    </a:lnTo>
                    <a:lnTo>
                      <a:pt x="36733" y="13646"/>
                    </a:lnTo>
                    <a:lnTo>
                      <a:pt x="37221" y="14467"/>
                    </a:lnTo>
                    <a:lnTo>
                      <a:pt x="37554" y="15348"/>
                    </a:lnTo>
                    <a:lnTo>
                      <a:pt x="37721" y="16265"/>
                    </a:lnTo>
                    <a:lnTo>
                      <a:pt x="37721" y="17194"/>
                    </a:lnTo>
                    <a:lnTo>
                      <a:pt x="37554" y="18111"/>
                    </a:lnTo>
                    <a:lnTo>
                      <a:pt x="37221" y="18992"/>
                    </a:lnTo>
                    <a:lnTo>
                      <a:pt x="36733" y="19801"/>
                    </a:lnTo>
                    <a:lnTo>
                      <a:pt x="36423" y="20182"/>
                    </a:lnTo>
                    <a:lnTo>
                      <a:pt x="36340" y="20266"/>
                    </a:lnTo>
                    <a:lnTo>
                      <a:pt x="36256" y="20349"/>
                    </a:lnTo>
                    <a:lnTo>
                      <a:pt x="35911" y="20647"/>
                    </a:lnTo>
                    <a:lnTo>
                      <a:pt x="35173" y="21099"/>
                    </a:lnTo>
                    <a:lnTo>
                      <a:pt x="34375" y="21397"/>
                    </a:lnTo>
                    <a:lnTo>
                      <a:pt x="33554" y="21540"/>
                    </a:lnTo>
                    <a:lnTo>
                      <a:pt x="32720" y="21516"/>
                    </a:lnTo>
                    <a:lnTo>
                      <a:pt x="31899" y="21326"/>
                    </a:lnTo>
                    <a:lnTo>
                      <a:pt x="31125" y="20992"/>
                    </a:lnTo>
                    <a:lnTo>
                      <a:pt x="30410" y="20492"/>
                    </a:lnTo>
                    <a:lnTo>
                      <a:pt x="30089" y="20182"/>
                    </a:lnTo>
                    <a:lnTo>
                      <a:pt x="30053" y="20182"/>
                    </a:lnTo>
                    <a:lnTo>
                      <a:pt x="29732" y="19801"/>
                    </a:lnTo>
                    <a:lnTo>
                      <a:pt x="29243" y="18980"/>
                    </a:lnTo>
                    <a:lnTo>
                      <a:pt x="28910" y="18099"/>
                    </a:lnTo>
                    <a:lnTo>
                      <a:pt x="28743" y="17182"/>
                    </a:lnTo>
                    <a:lnTo>
                      <a:pt x="28743" y="16253"/>
                    </a:lnTo>
                    <a:lnTo>
                      <a:pt x="28910" y="15336"/>
                    </a:lnTo>
                    <a:lnTo>
                      <a:pt x="29243" y="14455"/>
                    </a:lnTo>
                    <a:lnTo>
                      <a:pt x="29732" y="13634"/>
                    </a:lnTo>
                    <a:lnTo>
                      <a:pt x="30053" y="13265"/>
                    </a:lnTo>
                    <a:lnTo>
                      <a:pt x="30184" y="13134"/>
                    </a:lnTo>
                    <a:lnTo>
                      <a:pt x="30517" y="12824"/>
                    </a:lnTo>
                    <a:lnTo>
                      <a:pt x="31268" y="12360"/>
                    </a:lnTo>
                    <a:lnTo>
                      <a:pt x="32065" y="12050"/>
                    </a:lnTo>
                    <a:lnTo>
                      <a:pt x="32899" y="11907"/>
                    </a:lnTo>
                    <a:close/>
                    <a:moveTo>
                      <a:pt x="50318" y="11907"/>
                    </a:moveTo>
                    <a:lnTo>
                      <a:pt x="51164" y="11931"/>
                    </a:lnTo>
                    <a:lnTo>
                      <a:pt x="51997" y="12110"/>
                    </a:lnTo>
                    <a:lnTo>
                      <a:pt x="52783" y="12443"/>
                    </a:lnTo>
                    <a:lnTo>
                      <a:pt x="53509" y="12943"/>
                    </a:lnTo>
                    <a:lnTo>
                      <a:pt x="53831" y="13265"/>
                    </a:lnTo>
                    <a:lnTo>
                      <a:pt x="54152" y="13646"/>
                    </a:lnTo>
                    <a:lnTo>
                      <a:pt x="54641" y="14467"/>
                    </a:lnTo>
                    <a:lnTo>
                      <a:pt x="54974" y="15348"/>
                    </a:lnTo>
                    <a:lnTo>
                      <a:pt x="55129" y="16265"/>
                    </a:lnTo>
                    <a:lnTo>
                      <a:pt x="55129" y="17194"/>
                    </a:lnTo>
                    <a:lnTo>
                      <a:pt x="54974" y="18111"/>
                    </a:lnTo>
                    <a:lnTo>
                      <a:pt x="54641" y="18992"/>
                    </a:lnTo>
                    <a:lnTo>
                      <a:pt x="54152" y="19801"/>
                    </a:lnTo>
                    <a:lnTo>
                      <a:pt x="53831" y="20182"/>
                    </a:lnTo>
                    <a:lnTo>
                      <a:pt x="53759" y="20266"/>
                    </a:lnTo>
                    <a:lnTo>
                      <a:pt x="53664" y="20349"/>
                    </a:lnTo>
                    <a:lnTo>
                      <a:pt x="53331" y="20647"/>
                    </a:lnTo>
                    <a:lnTo>
                      <a:pt x="52593" y="21099"/>
                    </a:lnTo>
                    <a:lnTo>
                      <a:pt x="51795" y="21397"/>
                    </a:lnTo>
                    <a:lnTo>
                      <a:pt x="50961" y="21540"/>
                    </a:lnTo>
                    <a:lnTo>
                      <a:pt x="50128" y="21516"/>
                    </a:lnTo>
                    <a:lnTo>
                      <a:pt x="49306" y="21326"/>
                    </a:lnTo>
                    <a:lnTo>
                      <a:pt x="48532" y="20992"/>
                    </a:lnTo>
                    <a:lnTo>
                      <a:pt x="47818" y="20492"/>
                    </a:lnTo>
                    <a:lnTo>
                      <a:pt x="47508" y="20182"/>
                    </a:lnTo>
                    <a:lnTo>
                      <a:pt x="47461" y="20182"/>
                    </a:lnTo>
                    <a:lnTo>
                      <a:pt x="47139" y="19801"/>
                    </a:lnTo>
                    <a:lnTo>
                      <a:pt x="46651" y="18980"/>
                    </a:lnTo>
                    <a:lnTo>
                      <a:pt x="46318" y="18099"/>
                    </a:lnTo>
                    <a:lnTo>
                      <a:pt x="46163" y="17182"/>
                    </a:lnTo>
                    <a:lnTo>
                      <a:pt x="46163" y="16253"/>
                    </a:lnTo>
                    <a:lnTo>
                      <a:pt x="46318" y="15336"/>
                    </a:lnTo>
                    <a:lnTo>
                      <a:pt x="46651" y="14455"/>
                    </a:lnTo>
                    <a:lnTo>
                      <a:pt x="47139" y="13634"/>
                    </a:lnTo>
                    <a:lnTo>
                      <a:pt x="47461" y="13265"/>
                    </a:lnTo>
                    <a:lnTo>
                      <a:pt x="47592" y="13134"/>
                    </a:lnTo>
                    <a:lnTo>
                      <a:pt x="47937" y="12824"/>
                    </a:lnTo>
                    <a:lnTo>
                      <a:pt x="48675" y="12360"/>
                    </a:lnTo>
                    <a:lnTo>
                      <a:pt x="49485" y="12050"/>
                    </a:lnTo>
                    <a:lnTo>
                      <a:pt x="50318" y="11907"/>
                    </a:lnTo>
                    <a:close/>
                    <a:moveTo>
                      <a:pt x="68048" y="11907"/>
                    </a:moveTo>
                    <a:lnTo>
                      <a:pt x="68488" y="11919"/>
                    </a:lnTo>
                    <a:lnTo>
                      <a:pt x="69333" y="12098"/>
                    </a:lnTo>
                    <a:lnTo>
                      <a:pt x="70107" y="12455"/>
                    </a:lnTo>
                    <a:lnTo>
                      <a:pt x="70786" y="12967"/>
                    </a:lnTo>
                    <a:lnTo>
                      <a:pt x="71084" y="13289"/>
                    </a:lnTo>
                    <a:lnTo>
                      <a:pt x="71381" y="13658"/>
                    </a:lnTo>
                    <a:lnTo>
                      <a:pt x="71846" y="14479"/>
                    </a:lnTo>
                    <a:lnTo>
                      <a:pt x="72167" y="15360"/>
                    </a:lnTo>
                    <a:lnTo>
                      <a:pt x="72298" y="16289"/>
                    </a:lnTo>
                    <a:lnTo>
                      <a:pt x="72298" y="16765"/>
                    </a:lnTo>
                    <a:lnTo>
                      <a:pt x="72298" y="17230"/>
                    </a:lnTo>
                    <a:lnTo>
                      <a:pt x="72155" y="18146"/>
                    </a:lnTo>
                    <a:lnTo>
                      <a:pt x="71846" y="19016"/>
                    </a:lnTo>
                    <a:lnTo>
                      <a:pt x="71381" y="19813"/>
                    </a:lnTo>
                    <a:lnTo>
                      <a:pt x="71084" y="20182"/>
                    </a:lnTo>
                    <a:lnTo>
                      <a:pt x="70786" y="20504"/>
                    </a:lnTo>
                    <a:lnTo>
                      <a:pt x="70095" y="21028"/>
                    </a:lnTo>
                    <a:lnTo>
                      <a:pt x="69322" y="21373"/>
                    </a:lnTo>
                    <a:lnTo>
                      <a:pt x="68476" y="21552"/>
                    </a:lnTo>
                    <a:lnTo>
                      <a:pt x="68048" y="21552"/>
                    </a:lnTo>
                    <a:lnTo>
                      <a:pt x="67595" y="21540"/>
                    </a:lnTo>
                    <a:lnTo>
                      <a:pt x="66726" y="21361"/>
                    </a:lnTo>
                    <a:lnTo>
                      <a:pt x="65928" y="21016"/>
                    </a:lnTo>
                    <a:lnTo>
                      <a:pt x="65214" y="20504"/>
                    </a:lnTo>
                    <a:lnTo>
                      <a:pt x="64904" y="20182"/>
                    </a:lnTo>
                    <a:lnTo>
                      <a:pt x="64595" y="19825"/>
                    </a:lnTo>
                    <a:lnTo>
                      <a:pt x="64094" y="19028"/>
                    </a:lnTo>
                    <a:lnTo>
                      <a:pt x="63761" y="18158"/>
                    </a:lnTo>
                    <a:lnTo>
                      <a:pt x="63606" y="17230"/>
                    </a:lnTo>
                    <a:lnTo>
                      <a:pt x="63606" y="16765"/>
                    </a:lnTo>
                    <a:lnTo>
                      <a:pt x="63606" y="16277"/>
                    </a:lnTo>
                    <a:lnTo>
                      <a:pt x="63761" y="15348"/>
                    </a:lnTo>
                    <a:lnTo>
                      <a:pt x="64094" y="14455"/>
                    </a:lnTo>
                    <a:lnTo>
                      <a:pt x="64583" y="13658"/>
                    </a:lnTo>
                    <a:lnTo>
                      <a:pt x="64904" y="13289"/>
                    </a:lnTo>
                    <a:lnTo>
                      <a:pt x="65214" y="12967"/>
                    </a:lnTo>
                    <a:lnTo>
                      <a:pt x="65928" y="12455"/>
                    </a:lnTo>
                    <a:lnTo>
                      <a:pt x="66726" y="12098"/>
                    </a:lnTo>
                    <a:lnTo>
                      <a:pt x="67595" y="11919"/>
                    </a:lnTo>
                    <a:lnTo>
                      <a:pt x="68048" y="11907"/>
                    </a:lnTo>
                    <a:close/>
                    <a:moveTo>
                      <a:pt x="77763" y="822"/>
                    </a:moveTo>
                    <a:lnTo>
                      <a:pt x="77763" y="24219"/>
                    </a:lnTo>
                    <a:lnTo>
                      <a:pt x="81264" y="24219"/>
                    </a:lnTo>
                    <a:lnTo>
                      <a:pt x="81264" y="822"/>
                    </a:lnTo>
                    <a:close/>
                    <a:moveTo>
                      <a:pt x="32875" y="8788"/>
                    </a:moveTo>
                    <a:lnTo>
                      <a:pt x="32113" y="8859"/>
                    </a:lnTo>
                    <a:lnTo>
                      <a:pt x="31363" y="9002"/>
                    </a:lnTo>
                    <a:lnTo>
                      <a:pt x="30613" y="9216"/>
                    </a:lnTo>
                    <a:lnTo>
                      <a:pt x="29898" y="9502"/>
                    </a:lnTo>
                    <a:lnTo>
                      <a:pt x="29196" y="9859"/>
                    </a:lnTo>
                    <a:lnTo>
                      <a:pt x="28529" y="10288"/>
                    </a:lnTo>
                    <a:lnTo>
                      <a:pt x="27898" y="10776"/>
                    </a:lnTo>
                    <a:lnTo>
                      <a:pt x="27588" y="11062"/>
                    </a:lnTo>
                    <a:lnTo>
                      <a:pt x="27303" y="11360"/>
                    </a:lnTo>
                    <a:lnTo>
                      <a:pt x="26803" y="11991"/>
                    </a:lnTo>
                    <a:lnTo>
                      <a:pt x="26362" y="12657"/>
                    </a:lnTo>
                    <a:lnTo>
                      <a:pt x="26005" y="13360"/>
                    </a:lnTo>
                    <a:lnTo>
                      <a:pt x="25707" y="14086"/>
                    </a:lnTo>
                    <a:lnTo>
                      <a:pt x="25493" y="14825"/>
                    </a:lnTo>
                    <a:lnTo>
                      <a:pt x="25350" y="15587"/>
                    </a:lnTo>
                    <a:lnTo>
                      <a:pt x="25278" y="16349"/>
                    </a:lnTo>
                    <a:lnTo>
                      <a:pt x="25278" y="17122"/>
                    </a:lnTo>
                    <a:lnTo>
                      <a:pt x="25350" y="17885"/>
                    </a:lnTo>
                    <a:lnTo>
                      <a:pt x="25493" y="18647"/>
                    </a:lnTo>
                    <a:lnTo>
                      <a:pt x="25707" y="19385"/>
                    </a:lnTo>
                    <a:lnTo>
                      <a:pt x="26005" y="20111"/>
                    </a:lnTo>
                    <a:lnTo>
                      <a:pt x="26362" y="20814"/>
                    </a:lnTo>
                    <a:lnTo>
                      <a:pt x="26803" y="21480"/>
                    </a:lnTo>
                    <a:lnTo>
                      <a:pt x="27303" y="22111"/>
                    </a:lnTo>
                    <a:lnTo>
                      <a:pt x="27588" y="22421"/>
                    </a:lnTo>
                    <a:lnTo>
                      <a:pt x="27886" y="22695"/>
                    </a:lnTo>
                    <a:lnTo>
                      <a:pt x="28517" y="23195"/>
                    </a:lnTo>
                    <a:lnTo>
                      <a:pt x="29196" y="23624"/>
                    </a:lnTo>
                    <a:lnTo>
                      <a:pt x="29886" y="23969"/>
                    </a:lnTo>
                    <a:lnTo>
                      <a:pt x="30613" y="24255"/>
                    </a:lnTo>
                    <a:lnTo>
                      <a:pt x="31351" y="24469"/>
                    </a:lnTo>
                    <a:lnTo>
                      <a:pt x="32101" y="24612"/>
                    </a:lnTo>
                    <a:lnTo>
                      <a:pt x="32863" y="24683"/>
                    </a:lnTo>
                    <a:lnTo>
                      <a:pt x="33637" y="24683"/>
                    </a:lnTo>
                    <a:lnTo>
                      <a:pt x="34399" y="24612"/>
                    </a:lnTo>
                    <a:lnTo>
                      <a:pt x="35149" y="24469"/>
                    </a:lnTo>
                    <a:lnTo>
                      <a:pt x="35887" y="24255"/>
                    </a:lnTo>
                    <a:lnTo>
                      <a:pt x="36614" y="23969"/>
                    </a:lnTo>
                    <a:lnTo>
                      <a:pt x="37316" y="23624"/>
                    </a:lnTo>
                    <a:lnTo>
                      <a:pt x="37983" y="23195"/>
                    </a:lnTo>
                    <a:lnTo>
                      <a:pt x="38614" y="22695"/>
                    </a:lnTo>
                    <a:lnTo>
                      <a:pt x="38924" y="22421"/>
                    </a:lnTo>
                    <a:lnTo>
                      <a:pt x="39197" y="22111"/>
                    </a:lnTo>
                    <a:lnTo>
                      <a:pt x="39709" y="21480"/>
                    </a:lnTo>
                    <a:lnTo>
                      <a:pt x="40150" y="20814"/>
                    </a:lnTo>
                    <a:lnTo>
                      <a:pt x="40507" y="20111"/>
                    </a:lnTo>
                    <a:lnTo>
                      <a:pt x="40793" y="19385"/>
                    </a:lnTo>
                    <a:lnTo>
                      <a:pt x="41019" y="18647"/>
                    </a:lnTo>
                    <a:lnTo>
                      <a:pt x="41162" y="17885"/>
                    </a:lnTo>
                    <a:lnTo>
                      <a:pt x="41234" y="17122"/>
                    </a:lnTo>
                    <a:lnTo>
                      <a:pt x="41234" y="16349"/>
                    </a:lnTo>
                    <a:lnTo>
                      <a:pt x="41162" y="15587"/>
                    </a:lnTo>
                    <a:lnTo>
                      <a:pt x="41019" y="14825"/>
                    </a:lnTo>
                    <a:lnTo>
                      <a:pt x="40793" y="14086"/>
                    </a:lnTo>
                    <a:lnTo>
                      <a:pt x="40507" y="13360"/>
                    </a:lnTo>
                    <a:lnTo>
                      <a:pt x="40150" y="12657"/>
                    </a:lnTo>
                    <a:lnTo>
                      <a:pt x="39709" y="11991"/>
                    </a:lnTo>
                    <a:lnTo>
                      <a:pt x="39197" y="11360"/>
                    </a:lnTo>
                    <a:lnTo>
                      <a:pt x="38924" y="11062"/>
                    </a:lnTo>
                    <a:lnTo>
                      <a:pt x="38614" y="10776"/>
                    </a:lnTo>
                    <a:lnTo>
                      <a:pt x="37983" y="10288"/>
                    </a:lnTo>
                    <a:lnTo>
                      <a:pt x="37316" y="9859"/>
                    </a:lnTo>
                    <a:lnTo>
                      <a:pt x="36626" y="9502"/>
                    </a:lnTo>
                    <a:lnTo>
                      <a:pt x="35899" y="9216"/>
                    </a:lnTo>
                    <a:lnTo>
                      <a:pt x="35161" y="9002"/>
                    </a:lnTo>
                    <a:lnTo>
                      <a:pt x="34411" y="8859"/>
                    </a:lnTo>
                    <a:lnTo>
                      <a:pt x="33637" y="8788"/>
                    </a:lnTo>
                    <a:close/>
                    <a:moveTo>
                      <a:pt x="50306" y="8788"/>
                    </a:moveTo>
                    <a:lnTo>
                      <a:pt x="49544" y="8859"/>
                    </a:lnTo>
                    <a:lnTo>
                      <a:pt x="48782" y="9002"/>
                    </a:lnTo>
                    <a:lnTo>
                      <a:pt x="48044" y="9216"/>
                    </a:lnTo>
                    <a:lnTo>
                      <a:pt x="47318" y="9502"/>
                    </a:lnTo>
                    <a:lnTo>
                      <a:pt x="46627" y="9859"/>
                    </a:lnTo>
                    <a:lnTo>
                      <a:pt x="45960" y="10288"/>
                    </a:lnTo>
                    <a:lnTo>
                      <a:pt x="45318" y="10776"/>
                    </a:lnTo>
                    <a:lnTo>
                      <a:pt x="45020" y="11062"/>
                    </a:lnTo>
                    <a:lnTo>
                      <a:pt x="44734" y="11360"/>
                    </a:lnTo>
                    <a:lnTo>
                      <a:pt x="44222" y="11991"/>
                    </a:lnTo>
                    <a:lnTo>
                      <a:pt x="43793" y="12657"/>
                    </a:lnTo>
                    <a:lnTo>
                      <a:pt x="43424" y="13360"/>
                    </a:lnTo>
                    <a:lnTo>
                      <a:pt x="43139" y="14086"/>
                    </a:lnTo>
                    <a:lnTo>
                      <a:pt x="42924" y="14825"/>
                    </a:lnTo>
                    <a:lnTo>
                      <a:pt x="42781" y="15587"/>
                    </a:lnTo>
                    <a:lnTo>
                      <a:pt x="42710" y="16349"/>
                    </a:lnTo>
                    <a:lnTo>
                      <a:pt x="42710" y="17122"/>
                    </a:lnTo>
                    <a:lnTo>
                      <a:pt x="42781" y="17885"/>
                    </a:lnTo>
                    <a:lnTo>
                      <a:pt x="42924" y="18647"/>
                    </a:lnTo>
                    <a:lnTo>
                      <a:pt x="43139" y="19385"/>
                    </a:lnTo>
                    <a:lnTo>
                      <a:pt x="43424" y="20111"/>
                    </a:lnTo>
                    <a:lnTo>
                      <a:pt x="43793" y="20814"/>
                    </a:lnTo>
                    <a:lnTo>
                      <a:pt x="44222" y="21480"/>
                    </a:lnTo>
                    <a:lnTo>
                      <a:pt x="44734" y="22111"/>
                    </a:lnTo>
                    <a:lnTo>
                      <a:pt x="45020" y="22421"/>
                    </a:lnTo>
                    <a:lnTo>
                      <a:pt x="45318" y="22695"/>
                    </a:lnTo>
                    <a:lnTo>
                      <a:pt x="45949" y="23195"/>
                    </a:lnTo>
                    <a:lnTo>
                      <a:pt x="46615" y="23624"/>
                    </a:lnTo>
                    <a:lnTo>
                      <a:pt x="47318" y="23969"/>
                    </a:lnTo>
                    <a:lnTo>
                      <a:pt x="48032" y="24255"/>
                    </a:lnTo>
                    <a:lnTo>
                      <a:pt x="48782" y="24469"/>
                    </a:lnTo>
                    <a:lnTo>
                      <a:pt x="49533" y="24612"/>
                    </a:lnTo>
                    <a:lnTo>
                      <a:pt x="50295" y="24683"/>
                    </a:lnTo>
                    <a:lnTo>
                      <a:pt x="51057" y="24683"/>
                    </a:lnTo>
                    <a:lnTo>
                      <a:pt x="51819" y="24612"/>
                    </a:lnTo>
                    <a:lnTo>
                      <a:pt x="52581" y="24469"/>
                    </a:lnTo>
                    <a:lnTo>
                      <a:pt x="53319" y="24255"/>
                    </a:lnTo>
                    <a:lnTo>
                      <a:pt x="54045" y="23969"/>
                    </a:lnTo>
                    <a:lnTo>
                      <a:pt x="54736" y="23624"/>
                    </a:lnTo>
                    <a:lnTo>
                      <a:pt x="55414" y="23195"/>
                    </a:lnTo>
                    <a:lnTo>
                      <a:pt x="56046" y="22695"/>
                    </a:lnTo>
                    <a:lnTo>
                      <a:pt x="56343" y="22421"/>
                    </a:lnTo>
                    <a:lnTo>
                      <a:pt x="56629" y="22111"/>
                    </a:lnTo>
                    <a:lnTo>
                      <a:pt x="57129" y="21480"/>
                    </a:lnTo>
                    <a:lnTo>
                      <a:pt x="57570" y="20814"/>
                    </a:lnTo>
                    <a:lnTo>
                      <a:pt x="57927" y="20111"/>
                    </a:lnTo>
                    <a:lnTo>
                      <a:pt x="58213" y="19385"/>
                    </a:lnTo>
                    <a:lnTo>
                      <a:pt x="58439" y="18647"/>
                    </a:lnTo>
                    <a:lnTo>
                      <a:pt x="58582" y="17885"/>
                    </a:lnTo>
                    <a:lnTo>
                      <a:pt x="58653" y="17111"/>
                    </a:lnTo>
                    <a:lnTo>
                      <a:pt x="58653" y="16349"/>
                    </a:lnTo>
                    <a:lnTo>
                      <a:pt x="58582" y="15575"/>
                    </a:lnTo>
                    <a:lnTo>
                      <a:pt x="58439" y="14825"/>
                    </a:lnTo>
                    <a:lnTo>
                      <a:pt x="58213" y="14074"/>
                    </a:lnTo>
                    <a:lnTo>
                      <a:pt x="57927" y="13360"/>
                    </a:lnTo>
                    <a:lnTo>
                      <a:pt x="57570" y="12657"/>
                    </a:lnTo>
                    <a:lnTo>
                      <a:pt x="57129" y="11991"/>
                    </a:lnTo>
                    <a:lnTo>
                      <a:pt x="56629" y="11360"/>
                    </a:lnTo>
                    <a:lnTo>
                      <a:pt x="56343" y="11062"/>
                    </a:lnTo>
                    <a:lnTo>
                      <a:pt x="56046" y="10776"/>
                    </a:lnTo>
                    <a:lnTo>
                      <a:pt x="55414" y="10288"/>
                    </a:lnTo>
                    <a:lnTo>
                      <a:pt x="54748" y="9859"/>
                    </a:lnTo>
                    <a:lnTo>
                      <a:pt x="54045" y="9502"/>
                    </a:lnTo>
                    <a:lnTo>
                      <a:pt x="53331" y="9216"/>
                    </a:lnTo>
                    <a:lnTo>
                      <a:pt x="52593" y="9002"/>
                    </a:lnTo>
                    <a:lnTo>
                      <a:pt x="51831" y="8859"/>
                    </a:lnTo>
                    <a:lnTo>
                      <a:pt x="51068" y="8788"/>
                    </a:lnTo>
                    <a:close/>
                    <a:moveTo>
                      <a:pt x="11907" y="1"/>
                    </a:moveTo>
                    <a:lnTo>
                      <a:pt x="10681" y="108"/>
                    </a:lnTo>
                    <a:lnTo>
                      <a:pt x="9490" y="346"/>
                    </a:lnTo>
                    <a:lnTo>
                      <a:pt x="8311" y="691"/>
                    </a:lnTo>
                    <a:lnTo>
                      <a:pt x="7192" y="1156"/>
                    </a:lnTo>
                    <a:lnTo>
                      <a:pt x="6109" y="1727"/>
                    </a:lnTo>
                    <a:lnTo>
                      <a:pt x="5097" y="2406"/>
                    </a:lnTo>
                    <a:lnTo>
                      <a:pt x="4144" y="3192"/>
                    </a:lnTo>
                    <a:lnTo>
                      <a:pt x="3703" y="3632"/>
                    </a:lnTo>
                    <a:lnTo>
                      <a:pt x="3394" y="3942"/>
                    </a:lnTo>
                    <a:lnTo>
                      <a:pt x="2965" y="4406"/>
                    </a:lnTo>
                    <a:lnTo>
                      <a:pt x="2203" y="5371"/>
                    </a:lnTo>
                    <a:lnTo>
                      <a:pt x="1560" y="6383"/>
                    </a:lnTo>
                    <a:lnTo>
                      <a:pt x="1024" y="7454"/>
                    </a:lnTo>
                    <a:lnTo>
                      <a:pt x="608" y="8550"/>
                    </a:lnTo>
                    <a:lnTo>
                      <a:pt x="286" y="9681"/>
                    </a:lnTo>
                    <a:lnTo>
                      <a:pt x="96" y="10836"/>
                    </a:lnTo>
                    <a:lnTo>
                      <a:pt x="0" y="11991"/>
                    </a:lnTo>
                    <a:lnTo>
                      <a:pt x="24" y="13146"/>
                    </a:lnTo>
                    <a:lnTo>
                      <a:pt x="155" y="14301"/>
                    </a:lnTo>
                    <a:lnTo>
                      <a:pt x="393" y="15444"/>
                    </a:lnTo>
                    <a:lnTo>
                      <a:pt x="751" y="16563"/>
                    </a:lnTo>
                    <a:lnTo>
                      <a:pt x="1215" y="17646"/>
                    </a:lnTo>
                    <a:lnTo>
                      <a:pt x="1786" y="18682"/>
                    </a:lnTo>
                    <a:lnTo>
                      <a:pt x="2465" y="19682"/>
                    </a:lnTo>
                    <a:lnTo>
                      <a:pt x="3263" y="20623"/>
                    </a:lnTo>
                    <a:lnTo>
                      <a:pt x="3703" y="21064"/>
                    </a:lnTo>
                    <a:lnTo>
                      <a:pt x="4144" y="21492"/>
                    </a:lnTo>
                    <a:lnTo>
                      <a:pt x="5097" y="22278"/>
                    </a:lnTo>
                    <a:lnTo>
                      <a:pt x="6109" y="22969"/>
                    </a:lnTo>
                    <a:lnTo>
                      <a:pt x="7180" y="23540"/>
                    </a:lnTo>
                    <a:lnTo>
                      <a:pt x="8311" y="24005"/>
                    </a:lnTo>
                    <a:lnTo>
                      <a:pt x="9478" y="24350"/>
                    </a:lnTo>
                    <a:lnTo>
                      <a:pt x="10681" y="24576"/>
                    </a:lnTo>
                    <a:lnTo>
                      <a:pt x="11907" y="24695"/>
                    </a:lnTo>
                    <a:lnTo>
                      <a:pt x="12526" y="24695"/>
                    </a:lnTo>
                    <a:lnTo>
                      <a:pt x="13181" y="24683"/>
                    </a:lnTo>
                    <a:lnTo>
                      <a:pt x="14443" y="24576"/>
                    </a:lnTo>
                    <a:lnTo>
                      <a:pt x="15646" y="24362"/>
                    </a:lnTo>
                    <a:lnTo>
                      <a:pt x="16789" y="24028"/>
                    </a:lnTo>
                    <a:lnTo>
                      <a:pt x="17861" y="23588"/>
                    </a:lnTo>
                    <a:lnTo>
                      <a:pt x="18885" y="23040"/>
                    </a:lnTo>
                    <a:lnTo>
                      <a:pt x="19837" y="22385"/>
                    </a:lnTo>
                    <a:lnTo>
                      <a:pt x="20742" y="21623"/>
                    </a:lnTo>
                    <a:lnTo>
                      <a:pt x="21159" y="21195"/>
                    </a:lnTo>
                    <a:lnTo>
                      <a:pt x="21516" y="20825"/>
                    </a:lnTo>
                    <a:lnTo>
                      <a:pt x="22147" y="20028"/>
                    </a:lnTo>
                    <a:lnTo>
                      <a:pt x="22695" y="19170"/>
                    </a:lnTo>
                    <a:lnTo>
                      <a:pt x="23147" y="18242"/>
                    </a:lnTo>
                    <a:lnTo>
                      <a:pt x="23516" y="17253"/>
                    </a:lnTo>
                    <a:lnTo>
                      <a:pt x="23790" y="16206"/>
                    </a:lnTo>
                    <a:lnTo>
                      <a:pt x="23969" y="15086"/>
                    </a:lnTo>
                    <a:lnTo>
                      <a:pt x="24052" y="13908"/>
                    </a:lnTo>
                    <a:lnTo>
                      <a:pt x="24064" y="13289"/>
                    </a:lnTo>
                    <a:lnTo>
                      <a:pt x="24064" y="12753"/>
                    </a:lnTo>
                    <a:lnTo>
                      <a:pt x="23981" y="11705"/>
                    </a:lnTo>
                    <a:lnTo>
                      <a:pt x="23885" y="11181"/>
                    </a:lnTo>
                    <a:lnTo>
                      <a:pt x="12526" y="11181"/>
                    </a:lnTo>
                    <a:lnTo>
                      <a:pt x="12526" y="14574"/>
                    </a:lnTo>
                    <a:lnTo>
                      <a:pt x="20599" y="14574"/>
                    </a:lnTo>
                    <a:lnTo>
                      <a:pt x="20480" y="15265"/>
                    </a:lnTo>
                    <a:lnTo>
                      <a:pt x="20159" y="16491"/>
                    </a:lnTo>
                    <a:lnTo>
                      <a:pt x="19694" y="17563"/>
                    </a:lnTo>
                    <a:lnTo>
                      <a:pt x="19099" y="18456"/>
                    </a:lnTo>
                    <a:lnTo>
                      <a:pt x="18754" y="18825"/>
                    </a:lnTo>
                    <a:lnTo>
                      <a:pt x="18420" y="19135"/>
                    </a:lnTo>
                    <a:lnTo>
                      <a:pt x="17706" y="19682"/>
                    </a:lnTo>
                    <a:lnTo>
                      <a:pt x="16968" y="20147"/>
                    </a:lnTo>
                    <a:lnTo>
                      <a:pt x="16194" y="20540"/>
                    </a:lnTo>
                    <a:lnTo>
                      <a:pt x="15384" y="20849"/>
                    </a:lnTo>
                    <a:lnTo>
                      <a:pt x="14562" y="21075"/>
                    </a:lnTo>
                    <a:lnTo>
                      <a:pt x="13729" y="21230"/>
                    </a:lnTo>
                    <a:lnTo>
                      <a:pt x="12884" y="21302"/>
                    </a:lnTo>
                    <a:lnTo>
                      <a:pt x="12038" y="21290"/>
                    </a:lnTo>
                    <a:lnTo>
                      <a:pt x="11193" y="21195"/>
                    </a:lnTo>
                    <a:lnTo>
                      <a:pt x="10359" y="21028"/>
                    </a:lnTo>
                    <a:lnTo>
                      <a:pt x="9538" y="20778"/>
                    </a:lnTo>
                    <a:lnTo>
                      <a:pt x="8752" y="20456"/>
                    </a:lnTo>
                    <a:lnTo>
                      <a:pt x="7978" y="20052"/>
                    </a:lnTo>
                    <a:lnTo>
                      <a:pt x="7252" y="19563"/>
                    </a:lnTo>
                    <a:lnTo>
                      <a:pt x="6561" y="18992"/>
                    </a:lnTo>
                    <a:lnTo>
                      <a:pt x="6240" y="18682"/>
                    </a:lnTo>
                    <a:lnTo>
                      <a:pt x="5918" y="18349"/>
                    </a:lnTo>
                    <a:lnTo>
                      <a:pt x="5358" y="17634"/>
                    </a:lnTo>
                    <a:lnTo>
                      <a:pt x="4870" y="16884"/>
                    </a:lnTo>
                    <a:lnTo>
                      <a:pt x="4465" y="16099"/>
                    </a:lnTo>
                    <a:lnTo>
                      <a:pt x="4144" y="15289"/>
                    </a:lnTo>
                    <a:lnTo>
                      <a:pt x="3906" y="14455"/>
                    </a:lnTo>
                    <a:lnTo>
                      <a:pt x="3739" y="13610"/>
                    </a:lnTo>
                    <a:lnTo>
                      <a:pt x="3668" y="12753"/>
                    </a:lnTo>
                    <a:lnTo>
                      <a:pt x="3668" y="11895"/>
                    </a:lnTo>
                    <a:lnTo>
                      <a:pt x="3739" y="11038"/>
                    </a:lnTo>
                    <a:lnTo>
                      <a:pt x="3906" y="10193"/>
                    </a:lnTo>
                    <a:lnTo>
                      <a:pt x="4144" y="9359"/>
                    </a:lnTo>
                    <a:lnTo>
                      <a:pt x="4465" y="8550"/>
                    </a:lnTo>
                    <a:lnTo>
                      <a:pt x="4870" y="7764"/>
                    </a:lnTo>
                    <a:lnTo>
                      <a:pt x="5358" y="7014"/>
                    </a:lnTo>
                    <a:lnTo>
                      <a:pt x="5918" y="6299"/>
                    </a:lnTo>
                    <a:lnTo>
                      <a:pt x="6240" y="5966"/>
                    </a:lnTo>
                    <a:lnTo>
                      <a:pt x="6549" y="5656"/>
                    </a:lnTo>
                    <a:lnTo>
                      <a:pt x="7216" y="5085"/>
                    </a:lnTo>
                    <a:lnTo>
                      <a:pt x="7942" y="4585"/>
                    </a:lnTo>
                    <a:lnTo>
                      <a:pt x="8704" y="4180"/>
                    </a:lnTo>
                    <a:lnTo>
                      <a:pt x="9514" y="3835"/>
                    </a:lnTo>
                    <a:lnTo>
                      <a:pt x="10347" y="3585"/>
                    </a:lnTo>
                    <a:lnTo>
                      <a:pt x="11205" y="3430"/>
                    </a:lnTo>
                    <a:lnTo>
                      <a:pt x="12086" y="3347"/>
                    </a:lnTo>
                    <a:lnTo>
                      <a:pt x="12955" y="3347"/>
                    </a:lnTo>
                    <a:lnTo>
                      <a:pt x="13800" y="3418"/>
                    </a:lnTo>
                    <a:lnTo>
                      <a:pt x="14622" y="3573"/>
                    </a:lnTo>
                    <a:lnTo>
                      <a:pt x="15432" y="3811"/>
                    </a:lnTo>
                    <a:lnTo>
                      <a:pt x="16206" y="4120"/>
                    </a:lnTo>
                    <a:lnTo>
                      <a:pt x="16944" y="4501"/>
                    </a:lnTo>
                    <a:lnTo>
                      <a:pt x="17646" y="4966"/>
                    </a:lnTo>
                    <a:lnTo>
                      <a:pt x="18313" y="5490"/>
                    </a:lnTo>
                    <a:lnTo>
                      <a:pt x="18623" y="5775"/>
                    </a:lnTo>
                    <a:lnTo>
                      <a:pt x="21004" y="3394"/>
                    </a:lnTo>
                    <a:lnTo>
                      <a:pt x="20563" y="2989"/>
                    </a:lnTo>
                    <a:lnTo>
                      <a:pt x="19647" y="2251"/>
                    </a:lnTo>
                    <a:lnTo>
                      <a:pt x="18670" y="1608"/>
                    </a:lnTo>
                    <a:lnTo>
                      <a:pt x="17634" y="1072"/>
                    </a:lnTo>
                    <a:lnTo>
                      <a:pt x="16551" y="644"/>
                    </a:lnTo>
                    <a:lnTo>
                      <a:pt x="15432" y="322"/>
                    </a:lnTo>
                    <a:lnTo>
                      <a:pt x="14289" y="108"/>
                    </a:lnTo>
                    <a:lnTo>
                      <a:pt x="13122" y="1"/>
                    </a:lnTo>
                    <a:close/>
                    <a:moveTo>
                      <a:pt x="90111" y="8752"/>
                    </a:moveTo>
                    <a:lnTo>
                      <a:pt x="89372" y="8824"/>
                    </a:lnTo>
                    <a:lnTo>
                      <a:pt x="88646" y="8955"/>
                    </a:lnTo>
                    <a:lnTo>
                      <a:pt x="87932" y="9169"/>
                    </a:lnTo>
                    <a:lnTo>
                      <a:pt x="87253" y="9455"/>
                    </a:lnTo>
                    <a:lnTo>
                      <a:pt x="86598" y="9812"/>
                    </a:lnTo>
                    <a:lnTo>
                      <a:pt x="85991" y="10229"/>
                    </a:lnTo>
                    <a:lnTo>
                      <a:pt x="85419" y="10717"/>
                    </a:lnTo>
                    <a:lnTo>
                      <a:pt x="85157" y="10979"/>
                    </a:lnTo>
                    <a:lnTo>
                      <a:pt x="84884" y="11276"/>
                    </a:lnTo>
                    <a:lnTo>
                      <a:pt x="84407" y="11895"/>
                    </a:lnTo>
                    <a:lnTo>
                      <a:pt x="83979" y="12562"/>
                    </a:lnTo>
                    <a:lnTo>
                      <a:pt x="83633" y="13265"/>
                    </a:lnTo>
                    <a:lnTo>
                      <a:pt x="83348" y="13991"/>
                    </a:lnTo>
                    <a:lnTo>
                      <a:pt x="83145" y="14753"/>
                    </a:lnTo>
                    <a:lnTo>
                      <a:pt x="83014" y="15527"/>
                    </a:lnTo>
                    <a:lnTo>
                      <a:pt x="82967" y="16313"/>
                    </a:lnTo>
                    <a:lnTo>
                      <a:pt x="82979" y="16718"/>
                    </a:lnTo>
                    <a:lnTo>
                      <a:pt x="82967" y="17111"/>
                    </a:lnTo>
                    <a:lnTo>
                      <a:pt x="83038" y="17896"/>
                    </a:lnTo>
                    <a:lnTo>
                      <a:pt x="83169" y="18670"/>
                    </a:lnTo>
                    <a:lnTo>
                      <a:pt x="83383" y="19420"/>
                    </a:lnTo>
                    <a:lnTo>
                      <a:pt x="83669" y="20147"/>
                    </a:lnTo>
                    <a:lnTo>
                      <a:pt x="84026" y="20837"/>
                    </a:lnTo>
                    <a:lnTo>
                      <a:pt x="84467" y="21492"/>
                    </a:lnTo>
                    <a:lnTo>
                      <a:pt x="84955" y="22099"/>
                    </a:lnTo>
                    <a:lnTo>
                      <a:pt x="85241" y="22385"/>
                    </a:lnTo>
                    <a:lnTo>
                      <a:pt x="85515" y="22659"/>
                    </a:lnTo>
                    <a:lnTo>
                      <a:pt x="86122" y="23171"/>
                    </a:lnTo>
                    <a:lnTo>
                      <a:pt x="86765" y="23600"/>
                    </a:lnTo>
                    <a:lnTo>
                      <a:pt x="87444" y="23969"/>
                    </a:lnTo>
                    <a:lnTo>
                      <a:pt x="88158" y="24266"/>
                    </a:lnTo>
                    <a:lnTo>
                      <a:pt x="88908" y="24481"/>
                    </a:lnTo>
                    <a:lnTo>
                      <a:pt x="89670" y="24624"/>
                    </a:lnTo>
                    <a:lnTo>
                      <a:pt x="90456" y="24695"/>
                    </a:lnTo>
                    <a:lnTo>
                      <a:pt x="91385" y="24695"/>
                    </a:lnTo>
                    <a:lnTo>
                      <a:pt x="92444" y="24564"/>
                    </a:lnTo>
                    <a:lnTo>
                      <a:pt x="93468" y="24290"/>
                    </a:lnTo>
                    <a:lnTo>
                      <a:pt x="94445" y="23862"/>
                    </a:lnTo>
                    <a:lnTo>
                      <a:pt x="94909" y="23588"/>
                    </a:lnTo>
                    <a:lnTo>
                      <a:pt x="95278" y="23350"/>
                    </a:lnTo>
                    <a:lnTo>
                      <a:pt x="95981" y="22802"/>
                    </a:lnTo>
                    <a:lnTo>
                      <a:pt x="96624" y="22195"/>
                    </a:lnTo>
                    <a:lnTo>
                      <a:pt x="97207" y="21528"/>
                    </a:lnTo>
                    <a:lnTo>
                      <a:pt x="97469" y="21171"/>
                    </a:lnTo>
                    <a:lnTo>
                      <a:pt x="94766" y="19349"/>
                    </a:lnTo>
                    <a:lnTo>
                      <a:pt x="94600" y="19599"/>
                    </a:lnTo>
                    <a:lnTo>
                      <a:pt x="94242" y="20052"/>
                    </a:lnTo>
                    <a:lnTo>
                      <a:pt x="93814" y="20456"/>
                    </a:lnTo>
                    <a:lnTo>
                      <a:pt x="93361" y="20802"/>
                    </a:lnTo>
                    <a:lnTo>
                      <a:pt x="92849" y="21087"/>
                    </a:lnTo>
                    <a:lnTo>
                      <a:pt x="92313" y="21302"/>
                    </a:lnTo>
                    <a:lnTo>
                      <a:pt x="91754" y="21457"/>
                    </a:lnTo>
                    <a:lnTo>
                      <a:pt x="91170" y="21528"/>
                    </a:lnTo>
                    <a:lnTo>
                      <a:pt x="90873" y="21540"/>
                    </a:lnTo>
                    <a:lnTo>
                      <a:pt x="90563" y="21540"/>
                    </a:lnTo>
                    <a:lnTo>
                      <a:pt x="89956" y="21468"/>
                    </a:lnTo>
                    <a:lnTo>
                      <a:pt x="89372" y="21314"/>
                    </a:lnTo>
                    <a:lnTo>
                      <a:pt x="88825" y="21064"/>
                    </a:lnTo>
                    <a:lnTo>
                      <a:pt x="88313" y="20754"/>
                    </a:lnTo>
                    <a:lnTo>
                      <a:pt x="87860" y="20361"/>
                    </a:lnTo>
                    <a:lnTo>
                      <a:pt x="87467" y="19909"/>
                    </a:lnTo>
                    <a:lnTo>
                      <a:pt x="87134" y="19397"/>
                    </a:lnTo>
                    <a:lnTo>
                      <a:pt x="87003" y="19111"/>
                    </a:lnTo>
                    <a:lnTo>
                      <a:pt x="97660" y="14705"/>
                    </a:lnTo>
                    <a:lnTo>
                      <a:pt x="97302" y="13801"/>
                    </a:lnTo>
                    <a:lnTo>
                      <a:pt x="97136" y="13396"/>
                    </a:lnTo>
                    <a:lnTo>
                      <a:pt x="96743" y="12610"/>
                    </a:lnTo>
                    <a:lnTo>
                      <a:pt x="96517" y="12241"/>
                    </a:lnTo>
                    <a:lnTo>
                      <a:pt x="96231" y="11800"/>
                    </a:lnTo>
                    <a:lnTo>
                      <a:pt x="95588" y="11002"/>
                    </a:lnTo>
                    <a:lnTo>
                      <a:pt x="95219" y="10621"/>
                    </a:lnTo>
                    <a:lnTo>
                      <a:pt x="94992" y="10419"/>
                    </a:lnTo>
                    <a:lnTo>
                      <a:pt x="94516" y="10026"/>
                    </a:lnTo>
                    <a:lnTo>
                      <a:pt x="93992" y="9681"/>
                    </a:lnTo>
                    <a:lnTo>
                      <a:pt x="93456" y="9395"/>
                    </a:lnTo>
                    <a:lnTo>
                      <a:pt x="93171" y="9276"/>
                    </a:lnTo>
                    <a:lnTo>
                      <a:pt x="92849" y="9145"/>
                    </a:lnTo>
                    <a:lnTo>
                      <a:pt x="92194" y="8955"/>
                    </a:lnTo>
                    <a:lnTo>
                      <a:pt x="91516" y="8812"/>
                    </a:lnTo>
                    <a:lnTo>
                      <a:pt x="90837" y="8752"/>
                    </a:lnTo>
                    <a:close/>
                    <a:moveTo>
                      <a:pt x="67750" y="8764"/>
                    </a:moveTo>
                    <a:lnTo>
                      <a:pt x="67369" y="8776"/>
                    </a:lnTo>
                    <a:lnTo>
                      <a:pt x="66619" y="8847"/>
                    </a:lnTo>
                    <a:lnTo>
                      <a:pt x="65892" y="9002"/>
                    </a:lnTo>
                    <a:lnTo>
                      <a:pt x="65178" y="9228"/>
                    </a:lnTo>
                    <a:lnTo>
                      <a:pt x="64499" y="9538"/>
                    </a:lnTo>
                    <a:lnTo>
                      <a:pt x="63856" y="9895"/>
                    </a:lnTo>
                    <a:lnTo>
                      <a:pt x="63249" y="10336"/>
                    </a:lnTo>
                    <a:lnTo>
                      <a:pt x="62678" y="10824"/>
                    </a:lnTo>
                    <a:lnTo>
                      <a:pt x="62416" y="11098"/>
                    </a:lnTo>
                    <a:lnTo>
                      <a:pt x="62142" y="11395"/>
                    </a:lnTo>
                    <a:lnTo>
                      <a:pt x="61642" y="12003"/>
                    </a:lnTo>
                    <a:lnTo>
                      <a:pt x="61213" y="12657"/>
                    </a:lnTo>
                    <a:lnTo>
                      <a:pt x="60844" y="13348"/>
                    </a:lnTo>
                    <a:lnTo>
                      <a:pt x="60546" y="14062"/>
                    </a:lnTo>
                    <a:lnTo>
                      <a:pt x="60332" y="14813"/>
                    </a:lnTo>
                    <a:lnTo>
                      <a:pt x="60189" y="15587"/>
                    </a:lnTo>
                    <a:lnTo>
                      <a:pt x="60130" y="16360"/>
                    </a:lnTo>
                    <a:lnTo>
                      <a:pt x="60130" y="16753"/>
                    </a:lnTo>
                    <a:lnTo>
                      <a:pt x="60130" y="17158"/>
                    </a:lnTo>
                    <a:lnTo>
                      <a:pt x="60189" y="17932"/>
                    </a:lnTo>
                    <a:lnTo>
                      <a:pt x="60344" y="18706"/>
                    </a:lnTo>
                    <a:lnTo>
                      <a:pt x="60558" y="19444"/>
                    </a:lnTo>
                    <a:lnTo>
                      <a:pt x="60844" y="20159"/>
                    </a:lnTo>
                    <a:lnTo>
                      <a:pt x="61213" y="20849"/>
                    </a:lnTo>
                    <a:lnTo>
                      <a:pt x="61642" y="21492"/>
                    </a:lnTo>
                    <a:lnTo>
                      <a:pt x="62142" y="22088"/>
                    </a:lnTo>
                    <a:lnTo>
                      <a:pt x="62416" y="22373"/>
                    </a:lnTo>
                    <a:lnTo>
                      <a:pt x="62678" y="22647"/>
                    </a:lnTo>
                    <a:lnTo>
                      <a:pt x="63249" y="23135"/>
                    </a:lnTo>
                    <a:lnTo>
                      <a:pt x="63856" y="23576"/>
                    </a:lnTo>
                    <a:lnTo>
                      <a:pt x="64511" y="23933"/>
                    </a:lnTo>
                    <a:lnTo>
                      <a:pt x="65190" y="24231"/>
                    </a:lnTo>
                    <a:lnTo>
                      <a:pt x="65892" y="24457"/>
                    </a:lnTo>
                    <a:lnTo>
                      <a:pt x="66619" y="24612"/>
                    </a:lnTo>
                    <a:lnTo>
                      <a:pt x="67369" y="24683"/>
                    </a:lnTo>
                    <a:lnTo>
                      <a:pt x="67750" y="24695"/>
                    </a:lnTo>
                    <a:lnTo>
                      <a:pt x="68083" y="24683"/>
                    </a:lnTo>
                    <a:lnTo>
                      <a:pt x="68714" y="24636"/>
                    </a:lnTo>
                    <a:lnTo>
                      <a:pt x="69322" y="24517"/>
                    </a:lnTo>
                    <a:lnTo>
                      <a:pt x="69881" y="24350"/>
                    </a:lnTo>
                    <a:lnTo>
                      <a:pt x="70405" y="24124"/>
                    </a:lnTo>
                    <a:lnTo>
                      <a:pt x="70893" y="23838"/>
                    </a:lnTo>
                    <a:lnTo>
                      <a:pt x="71334" y="23493"/>
                    </a:lnTo>
                    <a:lnTo>
                      <a:pt x="71739" y="23100"/>
                    </a:lnTo>
                    <a:lnTo>
                      <a:pt x="71929" y="22873"/>
                    </a:lnTo>
                    <a:lnTo>
                      <a:pt x="72048" y="22873"/>
                    </a:lnTo>
                    <a:lnTo>
                      <a:pt x="72048" y="24016"/>
                    </a:lnTo>
                    <a:lnTo>
                      <a:pt x="72036" y="24576"/>
                    </a:lnTo>
                    <a:lnTo>
                      <a:pt x="71893" y="25576"/>
                    </a:lnTo>
                    <a:lnTo>
                      <a:pt x="71620" y="26445"/>
                    </a:lnTo>
                    <a:lnTo>
                      <a:pt x="71191" y="27172"/>
                    </a:lnTo>
                    <a:lnTo>
                      <a:pt x="70917" y="27493"/>
                    </a:lnTo>
                    <a:lnTo>
                      <a:pt x="70596" y="27791"/>
                    </a:lnTo>
                    <a:lnTo>
                      <a:pt x="69881" y="28255"/>
                    </a:lnTo>
                    <a:lnTo>
                      <a:pt x="69083" y="28565"/>
                    </a:lnTo>
                    <a:lnTo>
                      <a:pt x="68238" y="28708"/>
                    </a:lnTo>
                    <a:lnTo>
                      <a:pt x="67809" y="28696"/>
                    </a:lnTo>
                    <a:lnTo>
                      <a:pt x="67464" y="28696"/>
                    </a:lnTo>
                    <a:lnTo>
                      <a:pt x="66809" y="28589"/>
                    </a:lnTo>
                    <a:lnTo>
                      <a:pt x="66166" y="28374"/>
                    </a:lnTo>
                    <a:lnTo>
                      <a:pt x="65583" y="28053"/>
                    </a:lnTo>
                    <a:lnTo>
                      <a:pt x="65309" y="27850"/>
                    </a:lnTo>
                    <a:lnTo>
                      <a:pt x="65059" y="27636"/>
                    </a:lnTo>
                    <a:lnTo>
                      <a:pt x="64630" y="27184"/>
                    </a:lnTo>
                    <a:lnTo>
                      <a:pt x="64249" y="26684"/>
                    </a:lnTo>
                    <a:lnTo>
                      <a:pt x="63928" y="26136"/>
                    </a:lnTo>
                    <a:lnTo>
                      <a:pt x="63809" y="25850"/>
                    </a:lnTo>
                    <a:lnTo>
                      <a:pt x="60749" y="27112"/>
                    </a:lnTo>
                    <a:lnTo>
                      <a:pt x="60975" y="27600"/>
                    </a:lnTo>
                    <a:lnTo>
                      <a:pt x="61523" y="28517"/>
                    </a:lnTo>
                    <a:lnTo>
                      <a:pt x="62166" y="29339"/>
                    </a:lnTo>
                    <a:lnTo>
                      <a:pt x="62928" y="30077"/>
                    </a:lnTo>
                    <a:lnTo>
                      <a:pt x="63344" y="30410"/>
                    </a:lnTo>
                    <a:lnTo>
                      <a:pt x="63833" y="30756"/>
                    </a:lnTo>
                    <a:lnTo>
                      <a:pt x="64892" y="31303"/>
                    </a:lnTo>
                    <a:lnTo>
                      <a:pt x="66023" y="31660"/>
                    </a:lnTo>
                    <a:lnTo>
                      <a:pt x="67202" y="31827"/>
                    </a:lnTo>
                    <a:lnTo>
                      <a:pt x="68178" y="31827"/>
                    </a:lnTo>
                    <a:lnTo>
                      <a:pt x="68929" y="31780"/>
                    </a:lnTo>
                    <a:lnTo>
                      <a:pt x="69667" y="31660"/>
                    </a:lnTo>
                    <a:lnTo>
                      <a:pt x="70381" y="31470"/>
                    </a:lnTo>
                    <a:lnTo>
                      <a:pt x="71072" y="31196"/>
                    </a:lnTo>
                    <a:lnTo>
                      <a:pt x="71739" y="30875"/>
                    </a:lnTo>
                    <a:lnTo>
                      <a:pt x="72370" y="30470"/>
                    </a:lnTo>
                    <a:lnTo>
                      <a:pt x="72965" y="30005"/>
                    </a:lnTo>
                    <a:lnTo>
                      <a:pt x="73239" y="29755"/>
                    </a:lnTo>
                    <a:lnTo>
                      <a:pt x="73501" y="29493"/>
                    </a:lnTo>
                    <a:lnTo>
                      <a:pt x="73965" y="28910"/>
                    </a:lnTo>
                    <a:lnTo>
                      <a:pt x="74358" y="28267"/>
                    </a:lnTo>
                    <a:lnTo>
                      <a:pt x="74691" y="27553"/>
                    </a:lnTo>
                    <a:lnTo>
                      <a:pt x="74965" y="26767"/>
                    </a:lnTo>
                    <a:lnTo>
                      <a:pt x="75156" y="25933"/>
                    </a:lnTo>
                    <a:lnTo>
                      <a:pt x="75299" y="25017"/>
                    </a:lnTo>
                    <a:lnTo>
                      <a:pt x="75358" y="24040"/>
                    </a:lnTo>
                    <a:lnTo>
                      <a:pt x="75370" y="23528"/>
                    </a:lnTo>
                    <a:lnTo>
                      <a:pt x="75370" y="9240"/>
                    </a:lnTo>
                    <a:lnTo>
                      <a:pt x="72048" y="9240"/>
                    </a:lnTo>
                    <a:lnTo>
                      <a:pt x="72048" y="10538"/>
                    </a:lnTo>
                    <a:lnTo>
                      <a:pt x="71929" y="10538"/>
                    </a:lnTo>
                    <a:lnTo>
                      <a:pt x="71750" y="10336"/>
                    </a:lnTo>
                    <a:lnTo>
                      <a:pt x="71358" y="9967"/>
                    </a:lnTo>
                    <a:lnTo>
                      <a:pt x="70917" y="9645"/>
                    </a:lnTo>
                    <a:lnTo>
                      <a:pt x="70453" y="9383"/>
                    </a:lnTo>
                    <a:lnTo>
                      <a:pt x="70203" y="9276"/>
                    </a:lnTo>
                    <a:lnTo>
                      <a:pt x="69905" y="9145"/>
                    </a:lnTo>
                    <a:lnTo>
                      <a:pt x="69310" y="8955"/>
                    </a:lnTo>
                    <a:lnTo>
                      <a:pt x="68690" y="8824"/>
                    </a:lnTo>
                    <a:lnTo>
                      <a:pt x="68059" y="876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55"/>
              <p:cNvGrpSpPr/>
              <p:nvPr/>
            </p:nvGrpSpPr>
            <p:grpSpPr>
              <a:xfrm>
                <a:off x="1682774" y="4617610"/>
                <a:ext cx="497005" cy="149188"/>
                <a:chOff x="1682774" y="4617610"/>
                <a:chExt cx="497005" cy="149188"/>
              </a:xfrm>
            </p:grpSpPr>
            <p:sp>
              <p:nvSpPr>
                <p:cNvPr id="426" name="Google Shape;426;p55"/>
                <p:cNvSpPr/>
                <p:nvPr/>
              </p:nvSpPr>
              <p:spPr>
                <a:xfrm>
                  <a:off x="1682774" y="4617610"/>
                  <a:ext cx="130752" cy="149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66" h="22553" extrusionOk="0">
                      <a:moveTo>
                        <a:pt x="10765" y="1"/>
                      </a:moveTo>
                      <a:lnTo>
                        <a:pt x="10193" y="25"/>
                      </a:lnTo>
                      <a:lnTo>
                        <a:pt x="9086" y="156"/>
                      </a:lnTo>
                      <a:lnTo>
                        <a:pt x="8014" y="406"/>
                      </a:lnTo>
                      <a:lnTo>
                        <a:pt x="6978" y="751"/>
                      </a:lnTo>
                      <a:lnTo>
                        <a:pt x="6002" y="1192"/>
                      </a:lnTo>
                      <a:lnTo>
                        <a:pt x="5085" y="1715"/>
                      </a:lnTo>
                      <a:lnTo>
                        <a:pt x="4216" y="2335"/>
                      </a:lnTo>
                      <a:lnTo>
                        <a:pt x="3418" y="3025"/>
                      </a:lnTo>
                      <a:lnTo>
                        <a:pt x="2692" y="3787"/>
                      </a:lnTo>
                      <a:lnTo>
                        <a:pt x="2037" y="4621"/>
                      </a:lnTo>
                      <a:lnTo>
                        <a:pt x="1453" y="5514"/>
                      </a:lnTo>
                      <a:lnTo>
                        <a:pt x="977" y="6466"/>
                      </a:lnTo>
                      <a:lnTo>
                        <a:pt x="572" y="7466"/>
                      </a:lnTo>
                      <a:lnTo>
                        <a:pt x="275" y="8502"/>
                      </a:lnTo>
                      <a:lnTo>
                        <a:pt x="84" y="9586"/>
                      </a:lnTo>
                      <a:lnTo>
                        <a:pt x="1" y="10693"/>
                      </a:lnTo>
                      <a:lnTo>
                        <a:pt x="1" y="11265"/>
                      </a:lnTo>
                      <a:lnTo>
                        <a:pt x="1" y="11729"/>
                      </a:lnTo>
                      <a:lnTo>
                        <a:pt x="13" y="12300"/>
                      </a:lnTo>
                      <a:lnTo>
                        <a:pt x="144" y="13408"/>
                      </a:lnTo>
                      <a:lnTo>
                        <a:pt x="382" y="14479"/>
                      </a:lnTo>
                      <a:lnTo>
                        <a:pt x="727" y="15503"/>
                      </a:lnTo>
                      <a:lnTo>
                        <a:pt x="1168" y="16480"/>
                      </a:lnTo>
                      <a:lnTo>
                        <a:pt x="1692" y="17408"/>
                      </a:lnTo>
                      <a:lnTo>
                        <a:pt x="2299" y="18278"/>
                      </a:lnTo>
                      <a:lnTo>
                        <a:pt x="2977" y="19087"/>
                      </a:lnTo>
                      <a:lnTo>
                        <a:pt x="3740" y="19814"/>
                      </a:lnTo>
                      <a:lnTo>
                        <a:pt x="4573" y="20480"/>
                      </a:lnTo>
                      <a:lnTo>
                        <a:pt x="5466" y="21052"/>
                      </a:lnTo>
                      <a:lnTo>
                        <a:pt x="6407" y="21552"/>
                      </a:lnTo>
                      <a:lnTo>
                        <a:pt x="7407" y="21945"/>
                      </a:lnTo>
                      <a:lnTo>
                        <a:pt x="8443" y="22254"/>
                      </a:lnTo>
                      <a:lnTo>
                        <a:pt x="9526" y="22457"/>
                      </a:lnTo>
                      <a:lnTo>
                        <a:pt x="10634" y="22552"/>
                      </a:lnTo>
                      <a:lnTo>
                        <a:pt x="11205" y="22552"/>
                      </a:lnTo>
                      <a:lnTo>
                        <a:pt x="11836" y="22540"/>
                      </a:lnTo>
                      <a:lnTo>
                        <a:pt x="13074" y="22409"/>
                      </a:lnTo>
                      <a:lnTo>
                        <a:pt x="14301" y="22147"/>
                      </a:lnTo>
                      <a:lnTo>
                        <a:pt x="15480" y="21742"/>
                      </a:lnTo>
                      <a:lnTo>
                        <a:pt x="16063" y="21492"/>
                      </a:lnTo>
                      <a:lnTo>
                        <a:pt x="16587" y="21242"/>
                      </a:lnTo>
                      <a:lnTo>
                        <a:pt x="17599" y="20647"/>
                      </a:lnTo>
                      <a:lnTo>
                        <a:pt x="18528" y="19933"/>
                      </a:lnTo>
                      <a:lnTo>
                        <a:pt x="19373" y="19123"/>
                      </a:lnTo>
                      <a:lnTo>
                        <a:pt x="19766" y="18682"/>
                      </a:lnTo>
                      <a:lnTo>
                        <a:pt x="17825" y="16742"/>
                      </a:lnTo>
                      <a:lnTo>
                        <a:pt x="17516" y="17111"/>
                      </a:lnTo>
                      <a:lnTo>
                        <a:pt x="16837" y="17789"/>
                      </a:lnTo>
                      <a:lnTo>
                        <a:pt x="16087" y="18373"/>
                      </a:lnTo>
                      <a:lnTo>
                        <a:pt x="15289" y="18873"/>
                      </a:lnTo>
                      <a:lnTo>
                        <a:pt x="14432" y="19278"/>
                      </a:lnTo>
                      <a:lnTo>
                        <a:pt x="13551" y="19587"/>
                      </a:lnTo>
                      <a:lnTo>
                        <a:pt x="12622" y="19790"/>
                      </a:lnTo>
                      <a:lnTo>
                        <a:pt x="11669" y="19897"/>
                      </a:lnTo>
                      <a:lnTo>
                        <a:pt x="10776" y="19897"/>
                      </a:lnTo>
                      <a:lnTo>
                        <a:pt x="9943" y="19837"/>
                      </a:lnTo>
                      <a:lnTo>
                        <a:pt x="9133" y="19683"/>
                      </a:lnTo>
                      <a:lnTo>
                        <a:pt x="8347" y="19468"/>
                      </a:lnTo>
                      <a:lnTo>
                        <a:pt x="7585" y="19159"/>
                      </a:lnTo>
                      <a:lnTo>
                        <a:pt x="6871" y="18778"/>
                      </a:lnTo>
                      <a:lnTo>
                        <a:pt x="6180" y="18325"/>
                      </a:lnTo>
                      <a:lnTo>
                        <a:pt x="5537" y="17813"/>
                      </a:lnTo>
                      <a:lnTo>
                        <a:pt x="5240" y="17516"/>
                      </a:lnTo>
                      <a:lnTo>
                        <a:pt x="4942" y="17218"/>
                      </a:lnTo>
                      <a:lnTo>
                        <a:pt x="4406" y="16575"/>
                      </a:lnTo>
                      <a:lnTo>
                        <a:pt x="3954" y="15884"/>
                      </a:lnTo>
                      <a:lnTo>
                        <a:pt x="3573" y="15158"/>
                      </a:lnTo>
                      <a:lnTo>
                        <a:pt x="3275" y="14372"/>
                      </a:lnTo>
                      <a:lnTo>
                        <a:pt x="3049" y="13551"/>
                      </a:lnTo>
                      <a:lnTo>
                        <a:pt x="2894" y="12682"/>
                      </a:lnTo>
                      <a:lnTo>
                        <a:pt x="2823" y="11765"/>
                      </a:lnTo>
                      <a:lnTo>
                        <a:pt x="2811" y="11288"/>
                      </a:lnTo>
                      <a:lnTo>
                        <a:pt x="2823" y="10800"/>
                      </a:lnTo>
                      <a:lnTo>
                        <a:pt x="2894" y="9883"/>
                      </a:lnTo>
                      <a:lnTo>
                        <a:pt x="3049" y="9014"/>
                      </a:lnTo>
                      <a:lnTo>
                        <a:pt x="3275" y="8193"/>
                      </a:lnTo>
                      <a:lnTo>
                        <a:pt x="3585" y="7407"/>
                      </a:lnTo>
                      <a:lnTo>
                        <a:pt x="3954" y="6681"/>
                      </a:lnTo>
                      <a:lnTo>
                        <a:pt x="4418" y="5990"/>
                      </a:lnTo>
                      <a:lnTo>
                        <a:pt x="4942" y="5347"/>
                      </a:lnTo>
                      <a:lnTo>
                        <a:pt x="5240" y="5049"/>
                      </a:lnTo>
                      <a:lnTo>
                        <a:pt x="5537" y="4752"/>
                      </a:lnTo>
                      <a:lnTo>
                        <a:pt x="6180" y="4240"/>
                      </a:lnTo>
                      <a:lnTo>
                        <a:pt x="6871" y="3787"/>
                      </a:lnTo>
                      <a:lnTo>
                        <a:pt x="7597" y="3406"/>
                      </a:lnTo>
                      <a:lnTo>
                        <a:pt x="8359" y="3097"/>
                      </a:lnTo>
                      <a:lnTo>
                        <a:pt x="9145" y="2882"/>
                      </a:lnTo>
                      <a:lnTo>
                        <a:pt x="9955" y="2728"/>
                      </a:lnTo>
                      <a:lnTo>
                        <a:pt x="10776" y="2668"/>
                      </a:lnTo>
                      <a:lnTo>
                        <a:pt x="11193" y="2668"/>
                      </a:lnTo>
                      <a:lnTo>
                        <a:pt x="11622" y="2656"/>
                      </a:lnTo>
                      <a:lnTo>
                        <a:pt x="12479" y="2716"/>
                      </a:lnTo>
                      <a:lnTo>
                        <a:pt x="13324" y="2882"/>
                      </a:lnTo>
                      <a:lnTo>
                        <a:pt x="14134" y="3144"/>
                      </a:lnTo>
                      <a:lnTo>
                        <a:pt x="14896" y="3501"/>
                      </a:lnTo>
                      <a:lnTo>
                        <a:pt x="15622" y="3942"/>
                      </a:lnTo>
                      <a:lnTo>
                        <a:pt x="16301" y="4466"/>
                      </a:lnTo>
                      <a:lnTo>
                        <a:pt x="16908" y="5073"/>
                      </a:lnTo>
                      <a:lnTo>
                        <a:pt x="17194" y="5407"/>
                      </a:lnTo>
                      <a:lnTo>
                        <a:pt x="19123" y="3525"/>
                      </a:lnTo>
                      <a:lnTo>
                        <a:pt x="18742" y="3097"/>
                      </a:lnTo>
                      <a:lnTo>
                        <a:pt x="17920" y="2323"/>
                      </a:lnTo>
                      <a:lnTo>
                        <a:pt x="17027" y="1656"/>
                      </a:lnTo>
                      <a:lnTo>
                        <a:pt x="16075" y="1096"/>
                      </a:lnTo>
                      <a:lnTo>
                        <a:pt x="15051" y="644"/>
                      </a:lnTo>
                      <a:lnTo>
                        <a:pt x="13991" y="311"/>
                      </a:lnTo>
                      <a:lnTo>
                        <a:pt x="12896" y="84"/>
                      </a:lnTo>
                      <a:lnTo>
                        <a:pt x="1177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55"/>
                <p:cNvSpPr/>
                <p:nvPr/>
              </p:nvSpPr>
              <p:spPr>
                <a:xfrm>
                  <a:off x="1829746" y="4620765"/>
                  <a:ext cx="18363" cy="142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6" h="21587" extrusionOk="0">
                      <a:moveTo>
                        <a:pt x="1" y="0"/>
                      </a:moveTo>
                      <a:lnTo>
                        <a:pt x="1" y="21587"/>
                      </a:lnTo>
                      <a:lnTo>
                        <a:pt x="2775" y="21587"/>
                      </a:lnTo>
                      <a:lnTo>
                        <a:pt x="277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55"/>
                <p:cNvSpPr/>
                <p:nvPr/>
              </p:nvSpPr>
              <p:spPr>
                <a:xfrm>
                  <a:off x="1863853" y="4662664"/>
                  <a:ext cx="100588" cy="104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06" h="15730" extrusionOk="0">
                      <a:moveTo>
                        <a:pt x="7287" y="2537"/>
                      </a:moveTo>
                      <a:lnTo>
                        <a:pt x="8180" y="2560"/>
                      </a:lnTo>
                      <a:lnTo>
                        <a:pt x="9061" y="2763"/>
                      </a:lnTo>
                      <a:lnTo>
                        <a:pt x="9895" y="3120"/>
                      </a:lnTo>
                      <a:lnTo>
                        <a:pt x="10657" y="3656"/>
                      </a:lnTo>
                      <a:lnTo>
                        <a:pt x="10990" y="4001"/>
                      </a:lnTo>
                      <a:lnTo>
                        <a:pt x="11348" y="4394"/>
                      </a:lnTo>
                      <a:lnTo>
                        <a:pt x="11919" y="5299"/>
                      </a:lnTo>
                      <a:lnTo>
                        <a:pt x="12288" y="6287"/>
                      </a:lnTo>
                      <a:lnTo>
                        <a:pt x="12455" y="7335"/>
                      </a:lnTo>
                      <a:lnTo>
                        <a:pt x="12455" y="7871"/>
                      </a:lnTo>
                      <a:lnTo>
                        <a:pt x="12455" y="8395"/>
                      </a:lnTo>
                      <a:lnTo>
                        <a:pt x="12288" y="9442"/>
                      </a:lnTo>
                      <a:lnTo>
                        <a:pt x="11907" y="10431"/>
                      </a:lnTo>
                      <a:lnTo>
                        <a:pt x="11348" y="11336"/>
                      </a:lnTo>
                      <a:lnTo>
                        <a:pt x="10990" y="11740"/>
                      </a:lnTo>
                      <a:lnTo>
                        <a:pt x="10895" y="11836"/>
                      </a:lnTo>
                      <a:lnTo>
                        <a:pt x="10800" y="11931"/>
                      </a:lnTo>
                      <a:lnTo>
                        <a:pt x="10443" y="12241"/>
                      </a:lnTo>
                      <a:lnTo>
                        <a:pt x="9645" y="12729"/>
                      </a:lnTo>
                      <a:lnTo>
                        <a:pt x="8800" y="13050"/>
                      </a:lnTo>
                      <a:lnTo>
                        <a:pt x="7907" y="13193"/>
                      </a:lnTo>
                      <a:lnTo>
                        <a:pt x="7013" y="13169"/>
                      </a:lnTo>
                      <a:lnTo>
                        <a:pt x="6144" y="12967"/>
                      </a:lnTo>
                      <a:lnTo>
                        <a:pt x="5311" y="12610"/>
                      </a:lnTo>
                      <a:lnTo>
                        <a:pt x="4549" y="12074"/>
                      </a:lnTo>
                      <a:lnTo>
                        <a:pt x="4204" y="11740"/>
                      </a:lnTo>
                      <a:lnTo>
                        <a:pt x="3858" y="11336"/>
                      </a:lnTo>
                      <a:lnTo>
                        <a:pt x="3299" y="10431"/>
                      </a:lnTo>
                      <a:lnTo>
                        <a:pt x="2918" y="9442"/>
                      </a:lnTo>
                      <a:lnTo>
                        <a:pt x="2751" y="8395"/>
                      </a:lnTo>
                      <a:lnTo>
                        <a:pt x="2751" y="7871"/>
                      </a:lnTo>
                      <a:lnTo>
                        <a:pt x="2739" y="7335"/>
                      </a:lnTo>
                      <a:lnTo>
                        <a:pt x="2918" y="6287"/>
                      </a:lnTo>
                      <a:lnTo>
                        <a:pt x="3287" y="5299"/>
                      </a:lnTo>
                      <a:lnTo>
                        <a:pt x="3846" y="4394"/>
                      </a:lnTo>
                      <a:lnTo>
                        <a:pt x="4204" y="4001"/>
                      </a:lnTo>
                      <a:lnTo>
                        <a:pt x="4299" y="3894"/>
                      </a:lnTo>
                      <a:lnTo>
                        <a:pt x="4406" y="3799"/>
                      </a:lnTo>
                      <a:lnTo>
                        <a:pt x="4763" y="3489"/>
                      </a:lnTo>
                      <a:lnTo>
                        <a:pt x="5549" y="3001"/>
                      </a:lnTo>
                      <a:lnTo>
                        <a:pt x="6406" y="2680"/>
                      </a:lnTo>
                      <a:lnTo>
                        <a:pt x="7287" y="2537"/>
                      </a:lnTo>
                      <a:close/>
                      <a:moveTo>
                        <a:pt x="7240" y="1"/>
                      </a:moveTo>
                      <a:lnTo>
                        <a:pt x="6502" y="72"/>
                      </a:lnTo>
                      <a:lnTo>
                        <a:pt x="5775" y="215"/>
                      </a:lnTo>
                      <a:lnTo>
                        <a:pt x="5061" y="417"/>
                      </a:lnTo>
                      <a:lnTo>
                        <a:pt x="4358" y="703"/>
                      </a:lnTo>
                      <a:lnTo>
                        <a:pt x="3692" y="1048"/>
                      </a:lnTo>
                      <a:lnTo>
                        <a:pt x="3049" y="1477"/>
                      </a:lnTo>
                      <a:lnTo>
                        <a:pt x="2441" y="1965"/>
                      </a:lnTo>
                      <a:lnTo>
                        <a:pt x="2156" y="2239"/>
                      </a:lnTo>
                      <a:lnTo>
                        <a:pt x="1882" y="2525"/>
                      </a:lnTo>
                      <a:lnTo>
                        <a:pt x="1405" y="3144"/>
                      </a:lnTo>
                      <a:lnTo>
                        <a:pt x="1001" y="3799"/>
                      </a:lnTo>
                      <a:lnTo>
                        <a:pt x="655" y="4489"/>
                      </a:lnTo>
                      <a:lnTo>
                        <a:pt x="381" y="5204"/>
                      </a:lnTo>
                      <a:lnTo>
                        <a:pt x="191" y="5942"/>
                      </a:lnTo>
                      <a:lnTo>
                        <a:pt x="60" y="6704"/>
                      </a:lnTo>
                      <a:lnTo>
                        <a:pt x="0" y="7478"/>
                      </a:lnTo>
                      <a:lnTo>
                        <a:pt x="12" y="7871"/>
                      </a:lnTo>
                      <a:lnTo>
                        <a:pt x="0" y="8252"/>
                      </a:lnTo>
                      <a:lnTo>
                        <a:pt x="60" y="9026"/>
                      </a:lnTo>
                      <a:lnTo>
                        <a:pt x="191" y="9788"/>
                      </a:lnTo>
                      <a:lnTo>
                        <a:pt x="393" y="10526"/>
                      </a:lnTo>
                      <a:lnTo>
                        <a:pt x="667" y="11240"/>
                      </a:lnTo>
                      <a:lnTo>
                        <a:pt x="1012" y="11931"/>
                      </a:lnTo>
                      <a:lnTo>
                        <a:pt x="1417" y="12586"/>
                      </a:lnTo>
                      <a:lnTo>
                        <a:pt x="1894" y="13205"/>
                      </a:lnTo>
                      <a:lnTo>
                        <a:pt x="2156" y="13491"/>
                      </a:lnTo>
                      <a:lnTo>
                        <a:pt x="2441" y="13765"/>
                      </a:lnTo>
                      <a:lnTo>
                        <a:pt x="3049" y="14253"/>
                      </a:lnTo>
                      <a:lnTo>
                        <a:pt x="3692" y="14681"/>
                      </a:lnTo>
                      <a:lnTo>
                        <a:pt x="4358" y="15027"/>
                      </a:lnTo>
                      <a:lnTo>
                        <a:pt x="5061" y="15312"/>
                      </a:lnTo>
                      <a:lnTo>
                        <a:pt x="5775" y="15515"/>
                      </a:lnTo>
                      <a:lnTo>
                        <a:pt x="6502" y="15658"/>
                      </a:lnTo>
                      <a:lnTo>
                        <a:pt x="7240" y="15729"/>
                      </a:lnTo>
                      <a:lnTo>
                        <a:pt x="7978" y="15729"/>
                      </a:lnTo>
                      <a:lnTo>
                        <a:pt x="8716" y="15658"/>
                      </a:lnTo>
                      <a:lnTo>
                        <a:pt x="9442" y="15515"/>
                      </a:lnTo>
                      <a:lnTo>
                        <a:pt x="10157" y="15312"/>
                      </a:lnTo>
                      <a:lnTo>
                        <a:pt x="10859" y="15027"/>
                      </a:lnTo>
                      <a:lnTo>
                        <a:pt x="11526" y="14681"/>
                      </a:lnTo>
                      <a:lnTo>
                        <a:pt x="12169" y="14253"/>
                      </a:lnTo>
                      <a:lnTo>
                        <a:pt x="12776" y="13765"/>
                      </a:lnTo>
                      <a:lnTo>
                        <a:pt x="13062" y="13491"/>
                      </a:lnTo>
                      <a:lnTo>
                        <a:pt x="13324" y="13205"/>
                      </a:lnTo>
                      <a:lnTo>
                        <a:pt x="13800" y="12586"/>
                      </a:lnTo>
                      <a:lnTo>
                        <a:pt x="14217" y="11931"/>
                      </a:lnTo>
                      <a:lnTo>
                        <a:pt x="14550" y="11240"/>
                      </a:lnTo>
                      <a:lnTo>
                        <a:pt x="14824" y="10526"/>
                      </a:lnTo>
                      <a:lnTo>
                        <a:pt x="15027" y="9788"/>
                      </a:lnTo>
                      <a:lnTo>
                        <a:pt x="15158" y="9026"/>
                      </a:lnTo>
                      <a:lnTo>
                        <a:pt x="15205" y="8252"/>
                      </a:lnTo>
                      <a:lnTo>
                        <a:pt x="15205" y="7871"/>
                      </a:lnTo>
                      <a:lnTo>
                        <a:pt x="15205" y="7478"/>
                      </a:lnTo>
                      <a:lnTo>
                        <a:pt x="15158" y="6704"/>
                      </a:lnTo>
                      <a:lnTo>
                        <a:pt x="15027" y="5942"/>
                      </a:lnTo>
                      <a:lnTo>
                        <a:pt x="14824" y="5204"/>
                      </a:lnTo>
                      <a:lnTo>
                        <a:pt x="14550" y="4489"/>
                      </a:lnTo>
                      <a:lnTo>
                        <a:pt x="14205" y="3799"/>
                      </a:lnTo>
                      <a:lnTo>
                        <a:pt x="13800" y="3144"/>
                      </a:lnTo>
                      <a:lnTo>
                        <a:pt x="13324" y="2525"/>
                      </a:lnTo>
                      <a:lnTo>
                        <a:pt x="13062" y="2239"/>
                      </a:lnTo>
                      <a:lnTo>
                        <a:pt x="12776" y="1965"/>
                      </a:lnTo>
                      <a:lnTo>
                        <a:pt x="12169" y="1477"/>
                      </a:lnTo>
                      <a:lnTo>
                        <a:pt x="11526" y="1048"/>
                      </a:lnTo>
                      <a:lnTo>
                        <a:pt x="10859" y="703"/>
                      </a:lnTo>
                      <a:lnTo>
                        <a:pt x="10157" y="417"/>
                      </a:lnTo>
                      <a:lnTo>
                        <a:pt x="9442" y="215"/>
                      </a:lnTo>
                      <a:lnTo>
                        <a:pt x="8716" y="72"/>
                      </a:lnTo>
                      <a:lnTo>
                        <a:pt x="797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55"/>
                <p:cNvSpPr/>
                <p:nvPr/>
              </p:nvSpPr>
              <p:spPr>
                <a:xfrm>
                  <a:off x="1979238" y="4665893"/>
                  <a:ext cx="86650" cy="10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9" h="15242" extrusionOk="0">
                      <a:moveTo>
                        <a:pt x="1" y="1"/>
                      </a:moveTo>
                      <a:lnTo>
                        <a:pt x="1" y="9014"/>
                      </a:lnTo>
                      <a:lnTo>
                        <a:pt x="25" y="9717"/>
                      </a:lnTo>
                      <a:lnTo>
                        <a:pt x="215" y="10979"/>
                      </a:lnTo>
                      <a:lnTo>
                        <a:pt x="572" y="12110"/>
                      </a:lnTo>
                      <a:lnTo>
                        <a:pt x="965" y="12860"/>
                      </a:lnTo>
                      <a:lnTo>
                        <a:pt x="1275" y="13324"/>
                      </a:lnTo>
                      <a:lnTo>
                        <a:pt x="1453" y="13539"/>
                      </a:lnTo>
                      <a:lnTo>
                        <a:pt x="1632" y="13741"/>
                      </a:lnTo>
                      <a:lnTo>
                        <a:pt x="2037" y="14122"/>
                      </a:lnTo>
                      <a:lnTo>
                        <a:pt x="2477" y="14432"/>
                      </a:lnTo>
                      <a:lnTo>
                        <a:pt x="2954" y="14705"/>
                      </a:lnTo>
                      <a:lnTo>
                        <a:pt x="3478" y="14908"/>
                      </a:lnTo>
                      <a:lnTo>
                        <a:pt x="4049" y="15075"/>
                      </a:lnTo>
                      <a:lnTo>
                        <a:pt x="4656" y="15182"/>
                      </a:lnTo>
                      <a:lnTo>
                        <a:pt x="5311" y="15229"/>
                      </a:lnTo>
                      <a:lnTo>
                        <a:pt x="5657" y="15241"/>
                      </a:lnTo>
                      <a:lnTo>
                        <a:pt x="6014" y="15229"/>
                      </a:lnTo>
                      <a:lnTo>
                        <a:pt x="6728" y="15134"/>
                      </a:lnTo>
                      <a:lnTo>
                        <a:pt x="7407" y="14944"/>
                      </a:lnTo>
                      <a:lnTo>
                        <a:pt x="8074" y="14670"/>
                      </a:lnTo>
                      <a:lnTo>
                        <a:pt x="8395" y="14491"/>
                      </a:lnTo>
                      <a:lnTo>
                        <a:pt x="8681" y="14324"/>
                      </a:lnTo>
                      <a:lnTo>
                        <a:pt x="9229" y="13943"/>
                      </a:lnTo>
                      <a:lnTo>
                        <a:pt x="9717" y="13491"/>
                      </a:lnTo>
                      <a:lnTo>
                        <a:pt x="10133" y="12991"/>
                      </a:lnTo>
                      <a:lnTo>
                        <a:pt x="10324" y="12705"/>
                      </a:lnTo>
                      <a:lnTo>
                        <a:pt x="10443" y="12705"/>
                      </a:lnTo>
                      <a:lnTo>
                        <a:pt x="10443" y="14765"/>
                      </a:lnTo>
                      <a:lnTo>
                        <a:pt x="13098" y="14765"/>
                      </a:lnTo>
                      <a:lnTo>
                        <a:pt x="13098" y="1"/>
                      </a:lnTo>
                      <a:lnTo>
                        <a:pt x="10312" y="1"/>
                      </a:lnTo>
                      <a:lnTo>
                        <a:pt x="10312" y="8121"/>
                      </a:lnTo>
                      <a:lnTo>
                        <a:pt x="10300" y="8550"/>
                      </a:lnTo>
                      <a:lnTo>
                        <a:pt x="10169" y="9407"/>
                      </a:lnTo>
                      <a:lnTo>
                        <a:pt x="9895" y="10217"/>
                      </a:lnTo>
                      <a:lnTo>
                        <a:pt x="9479" y="10979"/>
                      </a:lnTo>
                      <a:lnTo>
                        <a:pt x="9229" y="11324"/>
                      </a:lnTo>
                      <a:lnTo>
                        <a:pt x="8967" y="11645"/>
                      </a:lnTo>
                      <a:lnTo>
                        <a:pt x="8336" y="12169"/>
                      </a:lnTo>
                      <a:lnTo>
                        <a:pt x="7609" y="12526"/>
                      </a:lnTo>
                      <a:lnTo>
                        <a:pt x="6823" y="12693"/>
                      </a:lnTo>
                      <a:lnTo>
                        <a:pt x="6407" y="12705"/>
                      </a:lnTo>
                      <a:lnTo>
                        <a:pt x="5966" y="12693"/>
                      </a:lnTo>
                      <a:lnTo>
                        <a:pt x="5168" y="12562"/>
                      </a:lnTo>
                      <a:lnTo>
                        <a:pt x="4490" y="12312"/>
                      </a:lnTo>
                      <a:lnTo>
                        <a:pt x="3918" y="11919"/>
                      </a:lnTo>
                      <a:lnTo>
                        <a:pt x="3454" y="11407"/>
                      </a:lnTo>
                      <a:lnTo>
                        <a:pt x="3120" y="10764"/>
                      </a:lnTo>
                      <a:lnTo>
                        <a:pt x="2882" y="9990"/>
                      </a:lnTo>
                      <a:lnTo>
                        <a:pt x="2775" y="9085"/>
                      </a:lnTo>
                      <a:lnTo>
                        <a:pt x="2763" y="8585"/>
                      </a:lnTo>
                      <a:lnTo>
                        <a:pt x="27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55"/>
                <p:cNvSpPr/>
                <p:nvPr/>
              </p:nvSpPr>
              <p:spPr>
                <a:xfrm>
                  <a:off x="2081552" y="4620765"/>
                  <a:ext cx="98226" cy="146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49" h="22076" extrusionOk="0">
                      <a:moveTo>
                        <a:pt x="7240" y="8894"/>
                      </a:moveTo>
                      <a:lnTo>
                        <a:pt x="8097" y="8930"/>
                      </a:lnTo>
                      <a:lnTo>
                        <a:pt x="8955" y="9121"/>
                      </a:lnTo>
                      <a:lnTo>
                        <a:pt x="9752" y="9490"/>
                      </a:lnTo>
                      <a:lnTo>
                        <a:pt x="10491" y="10014"/>
                      </a:lnTo>
                      <a:lnTo>
                        <a:pt x="10812" y="10347"/>
                      </a:lnTo>
                      <a:lnTo>
                        <a:pt x="11157" y="10752"/>
                      </a:lnTo>
                      <a:lnTo>
                        <a:pt x="11693" y="11657"/>
                      </a:lnTo>
                      <a:lnTo>
                        <a:pt x="12038" y="12645"/>
                      </a:lnTo>
                      <a:lnTo>
                        <a:pt x="12193" y="13681"/>
                      </a:lnTo>
                      <a:lnTo>
                        <a:pt x="12181" y="14217"/>
                      </a:lnTo>
                      <a:lnTo>
                        <a:pt x="12193" y="14741"/>
                      </a:lnTo>
                      <a:lnTo>
                        <a:pt x="12038" y="15788"/>
                      </a:lnTo>
                      <a:lnTo>
                        <a:pt x="11693" y="16777"/>
                      </a:lnTo>
                      <a:lnTo>
                        <a:pt x="11157" y="17682"/>
                      </a:lnTo>
                      <a:lnTo>
                        <a:pt x="10812" y="18086"/>
                      </a:lnTo>
                      <a:lnTo>
                        <a:pt x="10479" y="18432"/>
                      </a:lnTo>
                      <a:lnTo>
                        <a:pt x="9717" y="18979"/>
                      </a:lnTo>
                      <a:lnTo>
                        <a:pt x="8871" y="19348"/>
                      </a:lnTo>
                      <a:lnTo>
                        <a:pt x="7954" y="19527"/>
                      </a:lnTo>
                      <a:lnTo>
                        <a:pt x="7478" y="19539"/>
                      </a:lnTo>
                      <a:lnTo>
                        <a:pt x="7014" y="19527"/>
                      </a:lnTo>
                      <a:lnTo>
                        <a:pt x="6097" y="19337"/>
                      </a:lnTo>
                      <a:lnTo>
                        <a:pt x="5252" y="18967"/>
                      </a:lnTo>
                      <a:lnTo>
                        <a:pt x="4501" y="18420"/>
                      </a:lnTo>
                      <a:lnTo>
                        <a:pt x="4180" y="18086"/>
                      </a:lnTo>
                      <a:lnTo>
                        <a:pt x="3835" y="17682"/>
                      </a:lnTo>
                      <a:lnTo>
                        <a:pt x="3287" y="16777"/>
                      </a:lnTo>
                      <a:lnTo>
                        <a:pt x="2930" y="15788"/>
                      </a:lnTo>
                      <a:lnTo>
                        <a:pt x="2775" y="14753"/>
                      </a:lnTo>
                      <a:lnTo>
                        <a:pt x="2787" y="14217"/>
                      </a:lnTo>
                      <a:lnTo>
                        <a:pt x="2775" y="13681"/>
                      </a:lnTo>
                      <a:lnTo>
                        <a:pt x="2930" y="12645"/>
                      </a:lnTo>
                      <a:lnTo>
                        <a:pt x="3287" y="11657"/>
                      </a:lnTo>
                      <a:lnTo>
                        <a:pt x="3835" y="10752"/>
                      </a:lnTo>
                      <a:lnTo>
                        <a:pt x="4180" y="10347"/>
                      </a:lnTo>
                      <a:lnTo>
                        <a:pt x="4299" y="10216"/>
                      </a:lnTo>
                      <a:lnTo>
                        <a:pt x="4430" y="10097"/>
                      </a:lnTo>
                      <a:lnTo>
                        <a:pt x="4775" y="9787"/>
                      </a:lnTo>
                      <a:lnTo>
                        <a:pt x="5549" y="9323"/>
                      </a:lnTo>
                      <a:lnTo>
                        <a:pt x="6371" y="9025"/>
                      </a:lnTo>
                      <a:lnTo>
                        <a:pt x="7240" y="8894"/>
                      </a:lnTo>
                      <a:close/>
                      <a:moveTo>
                        <a:pt x="12074" y="0"/>
                      </a:moveTo>
                      <a:lnTo>
                        <a:pt x="12074" y="6823"/>
                      </a:lnTo>
                      <a:lnTo>
                        <a:pt x="12193" y="8871"/>
                      </a:lnTo>
                      <a:lnTo>
                        <a:pt x="12074" y="8871"/>
                      </a:lnTo>
                      <a:lnTo>
                        <a:pt x="11884" y="8585"/>
                      </a:lnTo>
                      <a:lnTo>
                        <a:pt x="11443" y="8061"/>
                      </a:lnTo>
                      <a:lnTo>
                        <a:pt x="10931" y="7609"/>
                      </a:lnTo>
                      <a:lnTo>
                        <a:pt x="10371" y="7216"/>
                      </a:lnTo>
                      <a:lnTo>
                        <a:pt x="10074" y="7061"/>
                      </a:lnTo>
                      <a:lnTo>
                        <a:pt x="9717" y="6882"/>
                      </a:lnTo>
                      <a:lnTo>
                        <a:pt x="8978" y="6596"/>
                      </a:lnTo>
                      <a:lnTo>
                        <a:pt x="8204" y="6418"/>
                      </a:lnTo>
                      <a:lnTo>
                        <a:pt x="7430" y="6323"/>
                      </a:lnTo>
                      <a:lnTo>
                        <a:pt x="7038" y="6323"/>
                      </a:lnTo>
                      <a:lnTo>
                        <a:pt x="6680" y="6335"/>
                      </a:lnTo>
                      <a:lnTo>
                        <a:pt x="5978" y="6406"/>
                      </a:lnTo>
                      <a:lnTo>
                        <a:pt x="5299" y="6561"/>
                      </a:lnTo>
                      <a:lnTo>
                        <a:pt x="4632" y="6775"/>
                      </a:lnTo>
                      <a:lnTo>
                        <a:pt x="4001" y="7061"/>
                      </a:lnTo>
                      <a:lnTo>
                        <a:pt x="3406" y="7418"/>
                      </a:lnTo>
                      <a:lnTo>
                        <a:pt x="2846" y="7835"/>
                      </a:lnTo>
                      <a:lnTo>
                        <a:pt x="2322" y="8323"/>
                      </a:lnTo>
                      <a:lnTo>
                        <a:pt x="2096" y="8585"/>
                      </a:lnTo>
                      <a:lnTo>
                        <a:pt x="1834" y="8883"/>
                      </a:lnTo>
                      <a:lnTo>
                        <a:pt x="1370" y="9502"/>
                      </a:lnTo>
                      <a:lnTo>
                        <a:pt x="977" y="10145"/>
                      </a:lnTo>
                      <a:lnTo>
                        <a:pt x="644" y="10835"/>
                      </a:lnTo>
                      <a:lnTo>
                        <a:pt x="370" y="11550"/>
                      </a:lnTo>
                      <a:lnTo>
                        <a:pt x="179" y="12288"/>
                      </a:lnTo>
                      <a:lnTo>
                        <a:pt x="48" y="13038"/>
                      </a:lnTo>
                      <a:lnTo>
                        <a:pt x="1" y="13812"/>
                      </a:lnTo>
                      <a:lnTo>
                        <a:pt x="13" y="14205"/>
                      </a:lnTo>
                      <a:lnTo>
                        <a:pt x="1" y="14586"/>
                      </a:lnTo>
                      <a:lnTo>
                        <a:pt x="48" y="15360"/>
                      </a:lnTo>
                      <a:lnTo>
                        <a:pt x="179" y="16110"/>
                      </a:lnTo>
                      <a:lnTo>
                        <a:pt x="370" y="16848"/>
                      </a:lnTo>
                      <a:lnTo>
                        <a:pt x="644" y="17562"/>
                      </a:lnTo>
                      <a:lnTo>
                        <a:pt x="977" y="18253"/>
                      </a:lnTo>
                      <a:lnTo>
                        <a:pt x="1370" y="18896"/>
                      </a:lnTo>
                      <a:lnTo>
                        <a:pt x="1834" y="19515"/>
                      </a:lnTo>
                      <a:lnTo>
                        <a:pt x="2096" y="19813"/>
                      </a:lnTo>
                      <a:lnTo>
                        <a:pt x="2322" y="20075"/>
                      </a:lnTo>
                      <a:lnTo>
                        <a:pt x="2834" y="20563"/>
                      </a:lnTo>
                      <a:lnTo>
                        <a:pt x="3394" y="20980"/>
                      </a:lnTo>
                      <a:lnTo>
                        <a:pt x="4001" y="21337"/>
                      </a:lnTo>
                      <a:lnTo>
                        <a:pt x="4632" y="21623"/>
                      </a:lnTo>
                      <a:lnTo>
                        <a:pt x="5287" y="21837"/>
                      </a:lnTo>
                      <a:lnTo>
                        <a:pt x="5978" y="21992"/>
                      </a:lnTo>
                      <a:lnTo>
                        <a:pt x="6680" y="22063"/>
                      </a:lnTo>
                      <a:lnTo>
                        <a:pt x="7038" y="22075"/>
                      </a:lnTo>
                      <a:lnTo>
                        <a:pt x="7430" y="22075"/>
                      </a:lnTo>
                      <a:lnTo>
                        <a:pt x="8204" y="21980"/>
                      </a:lnTo>
                      <a:lnTo>
                        <a:pt x="8978" y="21801"/>
                      </a:lnTo>
                      <a:lnTo>
                        <a:pt x="9717" y="21515"/>
                      </a:lnTo>
                      <a:lnTo>
                        <a:pt x="10074" y="21349"/>
                      </a:lnTo>
                      <a:lnTo>
                        <a:pt x="10371" y="21182"/>
                      </a:lnTo>
                      <a:lnTo>
                        <a:pt x="10931" y="20789"/>
                      </a:lnTo>
                      <a:lnTo>
                        <a:pt x="11443" y="20337"/>
                      </a:lnTo>
                      <a:lnTo>
                        <a:pt x="11884" y="19813"/>
                      </a:lnTo>
                      <a:lnTo>
                        <a:pt x="12074" y="19527"/>
                      </a:lnTo>
                      <a:lnTo>
                        <a:pt x="12193" y="19527"/>
                      </a:lnTo>
                      <a:lnTo>
                        <a:pt x="12193" y="21587"/>
                      </a:lnTo>
                      <a:lnTo>
                        <a:pt x="14848" y="21587"/>
                      </a:lnTo>
                      <a:lnTo>
                        <a:pt x="148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431" name="Google Shape;431;p55"/>
          <p:cNvSpPr txBox="1">
            <a:spLocks noGrp="1"/>
          </p:cNvSpPr>
          <p:nvPr>
            <p:ph type="body" idx="1"/>
          </p:nvPr>
        </p:nvSpPr>
        <p:spPr>
          <a:xfrm>
            <a:off x="761950" y="1514225"/>
            <a:ext cx="2540100" cy="281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rtl="0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29845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285750" rtl="0"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3pPr>
            <a:lvl4pPr marL="1828800" lvl="3" indent="-279400" rtl="0"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4pPr>
            <a:lvl5pPr marL="2286000" lvl="4" indent="-279400" rtl="0"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2" name="Google Shape;432;p55"/>
          <p:cNvSpPr txBox="1">
            <a:spLocks noGrp="1"/>
          </p:cNvSpPr>
          <p:nvPr>
            <p:ph type="body" idx="2"/>
          </p:nvPr>
        </p:nvSpPr>
        <p:spPr>
          <a:xfrm>
            <a:off x="3301950" y="1514225"/>
            <a:ext cx="2540100" cy="281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rtl="0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29845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285750" rtl="0"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3pPr>
            <a:lvl4pPr marL="1828800" lvl="3" indent="-279400" rtl="0"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4pPr>
            <a:lvl5pPr marL="2286000" lvl="4" indent="-279400" rtl="0"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3" name="Google Shape;433;p55"/>
          <p:cNvSpPr txBox="1">
            <a:spLocks noGrp="1"/>
          </p:cNvSpPr>
          <p:nvPr>
            <p:ph type="body" idx="3"/>
          </p:nvPr>
        </p:nvSpPr>
        <p:spPr>
          <a:xfrm>
            <a:off x="5841900" y="1514225"/>
            <a:ext cx="2540100" cy="281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rtl="0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29845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285750" rtl="0"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3pPr>
            <a:lvl4pPr marL="1828800" lvl="3" indent="-279400" rtl="0"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4pPr>
            <a:lvl5pPr marL="2286000" lvl="4" indent="-279400" rtl="0"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434" name="Google Shape;434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5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Content">
  <p:cSld name="CUSTOM_2_3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6"/>
          <p:cNvSpPr txBox="1">
            <a:spLocks noGrp="1"/>
          </p:cNvSpPr>
          <p:nvPr>
            <p:ph type="title"/>
          </p:nvPr>
        </p:nvSpPr>
        <p:spPr>
          <a:xfrm>
            <a:off x="761950" y="809575"/>
            <a:ext cx="5080200" cy="352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56"/>
          <p:cNvSpPr txBox="1">
            <a:spLocks noGrp="1"/>
          </p:cNvSpPr>
          <p:nvPr>
            <p:ph type="body" idx="1"/>
          </p:nvPr>
        </p:nvSpPr>
        <p:spPr>
          <a:xfrm>
            <a:off x="762025" y="1514225"/>
            <a:ext cx="5080200" cy="281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rtl="0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29845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285750" rtl="0"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3pPr>
            <a:lvl4pPr marL="1828800" lvl="3" indent="-279400" rtl="0"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4pPr>
            <a:lvl5pPr marL="2286000" lvl="4" indent="-279400" rtl="0"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439" name="Google Shape;439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6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43" name="Google Shape;443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wo columns">
  <p:cSld name="CUSTOM_2_2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8"/>
          <p:cNvSpPr txBox="1">
            <a:spLocks noGrp="1"/>
          </p:cNvSpPr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446" name="Google Shape;446;p58"/>
          <p:cNvSpPr txBox="1">
            <a:spLocks noGrp="1"/>
          </p:cNvSpPr>
          <p:nvPr>
            <p:ph type="body" idx="1"/>
          </p:nvPr>
        </p:nvSpPr>
        <p:spPr>
          <a:xfrm>
            <a:off x="457175" y="1536250"/>
            <a:ext cx="40770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rmAutofit/>
          </a:bodyPr>
          <a:lstStyle>
            <a:lvl1pPr marL="457200" lvl="0" indent="-292100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447" name="Google Shape;447;p58"/>
          <p:cNvSpPr txBox="1">
            <a:spLocks noGrp="1"/>
          </p:cNvSpPr>
          <p:nvPr>
            <p:ph type="body" idx="2"/>
          </p:nvPr>
        </p:nvSpPr>
        <p:spPr>
          <a:xfrm>
            <a:off x="4610125" y="1536250"/>
            <a:ext cx="40770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rmAutofit/>
          </a:bodyPr>
          <a:lstStyle>
            <a:lvl1pPr marL="457200" lvl="0" indent="-292100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2921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•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pic>
        <p:nvPicPr>
          <p:cNvPr id="448" name="Google Shape;448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Title &amp; Body_1 Col">
  <p:cSld name="CUSTOM_7_1_1_1_1_1_1_1_1_1_1_1_1_1_1_1">
    <p:bg>
      <p:bgPr>
        <a:solidFill>
          <a:srgbClr val="FFFFFF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5459100" cy="996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452" name="Google Shape;452;p59"/>
          <p:cNvSpPr txBox="1">
            <a:spLocks noGrp="1"/>
          </p:cNvSpPr>
          <p:nvPr>
            <p:ph type="body" idx="1"/>
          </p:nvPr>
        </p:nvSpPr>
        <p:spPr>
          <a:xfrm>
            <a:off x="457200" y="1536192"/>
            <a:ext cx="4078200" cy="3154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rmAutofit/>
          </a:bodyPr>
          <a:lstStyle>
            <a:lvl1pPr marL="457200" lvl="0" indent="-304800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29845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28575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3pPr>
            <a:lvl4pPr marL="1828800" lvl="3" indent="-2794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4pPr>
            <a:lvl5pPr marL="2286000" lvl="4" indent="-2794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5pPr>
            <a:lvl6pPr marL="2743200" lvl="5" indent="-3175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 3 1">
  <p:cSld name="OBJECT_4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>
            <a:spLocks noGrp="1"/>
          </p:cNvSpPr>
          <p:nvPr>
            <p:ph type="title"/>
          </p:nvPr>
        </p:nvSpPr>
        <p:spPr>
          <a:xfrm>
            <a:off x="628650" y="244028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None/>
              <a:defRPr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60"/>
          <p:cNvSpPr txBox="1">
            <a:spLocks noGrp="1"/>
          </p:cNvSpPr>
          <p:nvPr>
            <p:ph type="body" idx="1"/>
          </p:nvPr>
        </p:nvSpPr>
        <p:spPr>
          <a:xfrm>
            <a:off x="628650" y="849796"/>
            <a:ext cx="78867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456" name="Google Shape;456;p60" descr="Desenho de um círcul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438" y="259910"/>
            <a:ext cx="278753" cy="293957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 3">
  <p:cSld name="OBJECT_5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1"/>
          <p:cNvSpPr txBox="1">
            <a:spLocks noGrp="1"/>
          </p:cNvSpPr>
          <p:nvPr>
            <p:ph type="title"/>
          </p:nvPr>
        </p:nvSpPr>
        <p:spPr>
          <a:xfrm>
            <a:off x="628650" y="244028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None/>
              <a:defRPr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61"/>
          <p:cNvSpPr txBox="1">
            <a:spLocks noGrp="1"/>
          </p:cNvSpPr>
          <p:nvPr>
            <p:ph type="body" idx="1"/>
          </p:nvPr>
        </p:nvSpPr>
        <p:spPr>
          <a:xfrm>
            <a:off x="628650" y="849796"/>
            <a:ext cx="78867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461" name="Google Shape;461;p61" descr="Desenho de um círculo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438" y="259910"/>
            <a:ext cx="278753" cy="293957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6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44028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None/>
              <a:defRPr sz="1800" b="1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pic>
        <p:nvPicPr>
          <p:cNvPr id="52" name="Google Shape;52;p13" descr="Desenho com traços pretos em fundo branco&#10;&#10;Descrição gerada automaticamente com confiança média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7885303" y="238116"/>
            <a:ext cx="939599" cy="32400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628650" y="826553"/>
            <a:ext cx="7886700" cy="3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5025788"/>
            <a:ext cx="9144000" cy="117600"/>
          </a:xfrm>
          <a:prstGeom prst="rect">
            <a:avLst/>
          </a:prstGeom>
          <a:gradFill>
            <a:gsLst>
              <a:gs pos="0">
                <a:srgbClr val="FF8936"/>
              </a:gs>
              <a:gs pos="100000">
                <a:srgbClr val="91B55F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-359926" y="980168"/>
            <a:ext cx="262800" cy="251700"/>
          </a:xfrm>
          <a:prstGeom prst="rect">
            <a:avLst/>
          </a:prstGeom>
          <a:solidFill>
            <a:srgbClr val="79A23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-359926" y="1268909"/>
            <a:ext cx="262800" cy="251700"/>
          </a:xfrm>
          <a:prstGeom prst="rect">
            <a:avLst/>
          </a:prstGeom>
          <a:solidFill>
            <a:srgbClr val="598F5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-359926" y="1557651"/>
            <a:ext cx="262800" cy="251700"/>
          </a:xfrm>
          <a:prstGeom prst="rect">
            <a:avLst/>
          </a:prstGeom>
          <a:solidFill>
            <a:srgbClr val="598F4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-359929" y="1846393"/>
            <a:ext cx="262800" cy="251700"/>
          </a:xfrm>
          <a:prstGeom prst="rect">
            <a:avLst/>
          </a:prstGeom>
          <a:solidFill>
            <a:srgbClr val="F5843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-359929" y="2135135"/>
            <a:ext cx="262800" cy="251700"/>
          </a:xfrm>
          <a:prstGeom prst="rect">
            <a:avLst/>
          </a:prstGeom>
          <a:solidFill>
            <a:srgbClr val="D36B2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-359929" y="2423876"/>
            <a:ext cx="262800" cy="251700"/>
          </a:xfrm>
          <a:prstGeom prst="rect">
            <a:avLst/>
          </a:prstGeom>
          <a:solidFill>
            <a:srgbClr val="E15A2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-359928" y="3001360"/>
            <a:ext cx="262800" cy="251700"/>
          </a:xfrm>
          <a:prstGeom prst="rect">
            <a:avLst/>
          </a:prstGeom>
          <a:solidFill>
            <a:srgbClr val="292A6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-359929" y="2712618"/>
            <a:ext cx="262800" cy="251700"/>
          </a:xfrm>
          <a:prstGeom prst="rect">
            <a:avLst/>
          </a:prstGeom>
          <a:solidFill>
            <a:srgbClr val="FBB71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-359927" y="3290102"/>
            <a:ext cx="262800" cy="251700"/>
          </a:xfrm>
          <a:prstGeom prst="rect">
            <a:avLst/>
          </a:prstGeom>
          <a:solidFill>
            <a:srgbClr val="1C556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-359926" y="3578846"/>
            <a:ext cx="262800" cy="251700"/>
          </a:xfrm>
          <a:prstGeom prst="rect">
            <a:avLst/>
          </a:prstGeom>
          <a:solidFill>
            <a:srgbClr val="555B5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-359926" y="3870158"/>
            <a:ext cx="262800" cy="2517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2"/>
          <p:cNvSpPr txBox="1">
            <a:spLocks noGrp="1"/>
          </p:cNvSpPr>
          <p:nvPr>
            <p:ph type="body" idx="1"/>
          </p:nvPr>
        </p:nvSpPr>
        <p:spPr>
          <a:xfrm>
            <a:off x="430894" y="2358642"/>
            <a:ext cx="3885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>
                <a:solidFill>
                  <a:srgbClr val="545454"/>
                </a:solidFill>
              </a:rPr>
              <a:t>POC Pix</a:t>
            </a:r>
            <a:endParaRPr sz="2600" dirty="0">
              <a:solidFill>
                <a:srgbClr val="54545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– Banco Investimento</a:t>
            </a:r>
            <a:endParaRPr dirty="0"/>
          </a:p>
        </p:txBody>
      </p:sp>
      <p:sp>
        <p:nvSpPr>
          <p:cNvPr id="474" name="Google Shape;474;p63"/>
          <p:cNvSpPr txBox="1"/>
          <p:nvPr/>
        </p:nvSpPr>
        <p:spPr>
          <a:xfrm>
            <a:off x="700161" y="1588409"/>
            <a:ext cx="7371600" cy="2285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Desenvolver uma prova de conceito utilizando o framework da Hvar, com base em uma visao abrangente sobre as análises de PLD (Prevenção à Lavagem de Dinheiro) e os relacionamentos com participantes diretos e indiretos do PIX.</a:t>
            </a:r>
          </a:p>
          <a:p>
            <a:pPr marL="228600" lvl="0" algn="l" rtl="0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endParaRPr sz="800" dirty="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EB418A8-F2CA-54AC-4FB4-95AE5E39D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30818" y="803275"/>
            <a:ext cx="166882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3A6C48-0F56-9438-6043-51C363266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78" y="708317"/>
            <a:ext cx="5093264" cy="186706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334BC5A-B314-90B4-83F8-EAFD7AC51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86" y="2739200"/>
            <a:ext cx="5104556" cy="2014254"/>
          </a:xfrm>
          <a:prstGeom prst="rect">
            <a:avLst/>
          </a:prstGeom>
        </p:spPr>
      </p:pic>
      <p:sp>
        <p:nvSpPr>
          <p:cNvPr id="10" name="Google Shape;474;p63">
            <a:extLst>
              <a:ext uri="{FF2B5EF4-FFF2-40B4-BE49-F238E27FC236}">
                <a16:creationId xmlns:a16="http://schemas.microsoft.com/office/drawing/2014/main" id="{17F77188-884D-ACE1-402F-D7C020258BED}"/>
              </a:ext>
            </a:extLst>
          </p:cNvPr>
          <p:cNvSpPr txBox="1"/>
          <p:nvPr/>
        </p:nvSpPr>
        <p:spPr>
          <a:xfrm>
            <a:off x="6029865" y="708317"/>
            <a:ext cx="2976112" cy="98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Datalake (BigQuery)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Camada dos dados</a:t>
            </a:r>
            <a:endParaRPr sz="800" dirty="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474;p63">
            <a:extLst>
              <a:ext uri="{FF2B5EF4-FFF2-40B4-BE49-F238E27FC236}">
                <a16:creationId xmlns:a16="http://schemas.microsoft.com/office/drawing/2014/main" id="{F5ABAA56-A869-A188-BE6E-67D9393FCEB8}"/>
              </a:ext>
            </a:extLst>
          </p:cNvPr>
          <p:cNvSpPr txBox="1"/>
          <p:nvPr/>
        </p:nvSpPr>
        <p:spPr>
          <a:xfrm>
            <a:off x="6087379" y="2862042"/>
            <a:ext cx="2976112" cy="129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Airflow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Orquestrador dos pipeline de dados.</a:t>
            </a:r>
            <a:endParaRPr sz="800" dirty="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33557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474" name="Google Shape;474;p63"/>
          <p:cNvSpPr txBox="1"/>
          <p:nvPr/>
        </p:nvSpPr>
        <p:spPr>
          <a:xfrm>
            <a:off x="471488" y="579324"/>
            <a:ext cx="7371600" cy="1329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Entregaveis x Indicadores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P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lvl="0" algn="l" rtl="0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endParaRPr sz="800" dirty="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722036D-DD60-C15D-3E38-0BCFCACE7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680648"/>
              </p:ext>
            </p:extLst>
          </p:nvPr>
        </p:nvGraphicFramePr>
        <p:xfrm>
          <a:off x="471490" y="1104182"/>
          <a:ext cx="8284322" cy="3606070"/>
        </p:xfrm>
        <a:graphic>
          <a:graphicData uri="http://schemas.openxmlformats.org/drawingml/2006/table">
            <a:tbl>
              <a:tblPr/>
              <a:tblGrid>
                <a:gridCol w="1703432">
                  <a:extLst>
                    <a:ext uri="{9D8B030D-6E8A-4147-A177-3AD203B41FA5}">
                      <a16:colId xmlns:a16="http://schemas.microsoft.com/office/drawing/2014/main" val="2856429235"/>
                    </a:ext>
                  </a:extLst>
                </a:gridCol>
                <a:gridCol w="2536767">
                  <a:extLst>
                    <a:ext uri="{9D8B030D-6E8A-4147-A177-3AD203B41FA5}">
                      <a16:colId xmlns:a16="http://schemas.microsoft.com/office/drawing/2014/main" val="150111559"/>
                    </a:ext>
                  </a:extLst>
                </a:gridCol>
                <a:gridCol w="4044123">
                  <a:extLst>
                    <a:ext uri="{9D8B030D-6E8A-4147-A177-3AD203B41FA5}">
                      <a16:colId xmlns:a16="http://schemas.microsoft.com/office/drawing/2014/main" val="677267149"/>
                    </a:ext>
                  </a:extLst>
                </a:gridCol>
              </a:tblGrid>
              <a:tr h="487291"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A4C2F4"/>
                          </a:highlight>
                          <a:latin typeface="Arial" panose="020B0604020202020204" pitchFamily="34" charset="0"/>
                        </a:rPr>
                        <a:t>Schema/Database</a:t>
                      </a:r>
                      <a:endParaRPr lang="pt-PT" sz="1200">
                        <a:effectLst/>
                        <a:highlight>
                          <a:srgbClr val="A4C2F4"/>
                        </a:highlight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A4C2F4"/>
                          </a:highlight>
                          <a:latin typeface="Arial" panose="020B0604020202020204" pitchFamily="34" charset="0"/>
                        </a:rPr>
                        <a:t>Nome destino (dataset.tabela)</a:t>
                      </a:r>
                      <a:endParaRPr lang="pt-PT" sz="1200" dirty="0">
                        <a:effectLst/>
                        <a:highlight>
                          <a:srgbClr val="A4C2F4"/>
                        </a:highlight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A4C2F4"/>
                          </a:highlight>
                          <a:latin typeface="Arial" panose="020B0604020202020204" pitchFamily="34" charset="0"/>
                        </a:rPr>
                        <a:t>Descrição</a:t>
                      </a:r>
                      <a:endParaRPr lang="pt-PT" sz="1200" dirty="0">
                        <a:effectLst/>
                        <a:highlight>
                          <a:srgbClr val="A4C2F4"/>
                        </a:highlight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24914"/>
                  </a:ext>
                </a:extLst>
              </a:tr>
              <a:tr h="263206"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gold_pld</a:t>
                      </a:r>
                      <a:endParaRPr lang="pt-PT" sz="1200" dirty="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tb_pld_op_lista_restitiva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Contraparte/Ordenante da operação identificada em lista restritiva;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643163"/>
                  </a:ext>
                </a:extLst>
              </a:tr>
              <a:tr h="247658"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gold_pld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tb_pld_op_contratacoes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 operações enviadas de mesmo valor na mesma data ou datas consecutivas;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107616"/>
                  </a:ext>
                </a:extLst>
              </a:tr>
              <a:tr h="247658"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gold_pld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tb_pld_op_frequencia_transacoes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Frequência de transações (dias, mês, semestre ou ano);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210805"/>
                  </a:ext>
                </a:extLst>
              </a:tr>
              <a:tr h="336262"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gold_pld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tb_pld_op_movimentacao_perfil_cliente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Perfil de movimentação por tipo de cliente;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80905"/>
                  </a:ext>
                </a:extLst>
              </a:tr>
              <a:tr h="247658"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gold_relatorios_gerais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tb_rel_geral_participantes_indiretos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Participantes Indiretos do PIX com Relacionamento ativo com o BRSA e operações durante o mês;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292513"/>
                  </a:ext>
                </a:extLst>
              </a:tr>
              <a:tr h="899438"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gold_relatorios_gerais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tb_rel_geral_operacoes_por_participantes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Volumetria histórico de operações no período desejado por participante (últimos 12 meses):</a:t>
                      </a:r>
                      <a:endParaRPr lang="pt-PT" sz="1200" dirty="0">
                        <a:effectLst/>
                      </a:endParaRPr>
                    </a:p>
                    <a:p>
                      <a:pPr algn="l"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Qtde operações recebidas;</a:t>
                      </a: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Qtde operações enviadas;</a:t>
                      </a: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Valor total de operações recebidas;</a:t>
                      </a: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Qtde operações recebidas enviadas;</a:t>
                      </a: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Qtde operações recebidas;</a:t>
                      </a:r>
                      <a:endParaRPr lang="pt-PT" sz="1200" dirty="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54717"/>
                  </a:ext>
                </a:extLst>
              </a:tr>
              <a:tr h="876899">
                <a:tc>
                  <a:txBody>
                    <a:bodyPr/>
                    <a:lstStyle/>
                    <a:p>
                      <a:pPr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gold_relatorios_gerais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tb_rel_geral_top_beneficiarios</a:t>
                      </a:r>
                      <a:endParaRPr lang="pt-PT" sz="120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TOP 10 maiores beneficiários finais:</a:t>
                      </a: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Nome;</a:t>
                      </a: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Valor;</a:t>
                      </a: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Qtde Operações;</a:t>
                      </a: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Ticket Médio;</a:t>
                      </a:r>
                      <a:b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Quantidade de casos comunicados</a:t>
                      </a:r>
                      <a:endParaRPr lang="pt-PT" sz="1200" dirty="0">
                        <a:effectLst/>
                      </a:endParaRPr>
                    </a:p>
                  </a:txBody>
                  <a:tcPr marL="21917" marR="21917" marT="21917" marB="2191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93643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EB418A8-F2CA-54AC-4FB4-95AE5E39D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30818" y="803275"/>
            <a:ext cx="166882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827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E78C945-F5F3-5972-0598-D46AABDC4357}"/>
              </a:ext>
            </a:extLst>
          </p:cNvPr>
          <p:cNvSpPr txBox="1"/>
          <p:nvPr/>
        </p:nvSpPr>
        <p:spPr>
          <a:xfrm>
            <a:off x="471488" y="1152293"/>
            <a:ext cx="7523356" cy="2475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tb_pld_op_lista_restitiva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Descrição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Identifica contraparte/ordenante da operação em lista restritiva.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Detectar potenciais riscos de envolvimento em atividades ilícitas.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Análise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Número de operações envolvendo partes em listas restritivas.</a:t>
            </a:r>
          </a:p>
          <a:p>
            <a:r>
              <a:rPr lang="pt-PT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Categorias e motivos das listas restritivas.</a:t>
            </a:r>
            <a:endParaRPr lang="pt-P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E78C945-F5F3-5972-0598-D46AABDC4357}"/>
              </a:ext>
            </a:extLst>
          </p:cNvPr>
          <p:cNvSpPr txBox="1"/>
          <p:nvPr/>
        </p:nvSpPr>
        <p:spPr>
          <a:xfrm>
            <a:off x="471488" y="1018477"/>
            <a:ext cx="7523356" cy="3651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tb_pld_op_contratacoes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Descrição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Analisa operações de mesmo valor enviadas na mesma data ou em datas consecutivas.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Identificar padrões suspeitos de fraudes ou atividades ilícitas.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Análise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Contagem de operações.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Valor total das operações.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Frequência de ocorrências.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pt-P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671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2B7F58-3649-31FE-55F0-80FC017C130D}"/>
              </a:ext>
            </a:extLst>
          </p:cNvPr>
          <p:cNvSpPr txBox="1"/>
          <p:nvPr/>
        </p:nvSpPr>
        <p:spPr>
          <a:xfrm>
            <a:off x="471488" y="943868"/>
            <a:ext cx="7975260" cy="3255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tb_pld_op_frequencia_transacoes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Descrição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Monitora a frequência de transações ao longo de diferentes períodos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(dias, mês, semestre ou ano).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Identificar mudanças no comportamento transacional.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Análise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Comparação da frequência ao longo do tempo.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Identificação de picos ou quedas abruptas.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5331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3549953-F709-50A5-76F8-FF9ACBD23853}"/>
              </a:ext>
            </a:extLst>
          </p:cNvPr>
          <p:cNvSpPr txBox="1"/>
          <p:nvPr/>
        </p:nvSpPr>
        <p:spPr>
          <a:xfrm>
            <a:off x="471488" y="832625"/>
            <a:ext cx="6519798" cy="3255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tb_pld_op_movimentacao_perfil_cliente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Descrição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Analisa o perfil de movimentação por tipo de cliente.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Entender padrões típicos e identificar anomalias.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Análise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Segmentação por tipo de cliente.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Perfil de valores transacionados.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Volume de operações por cliente.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42474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F11659B-3682-CAAD-316F-44A277B82A4D}"/>
              </a:ext>
            </a:extLst>
          </p:cNvPr>
          <p:cNvSpPr txBox="1"/>
          <p:nvPr/>
        </p:nvSpPr>
        <p:spPr>
          <a:xfrm>
            <a:off x="471488" y="943868"/>
            <a:ext cx="8353633" cy="3255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tb_rel_geral_participantes_indiretos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Descrição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Participantes Indiretos do PIX com relacionamento ativo com o BRSA e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operações durante o mês.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Monitorar e analisar as atividades dos participantes indiretos.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Análise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Número de participantes indiretos ativos.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Volume de operações realizadas.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2609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4ECF497-3E69-21D8-0C69-1DC31F4ADDB5}"/>
              </a:ext>
            </a:extLst>
          </p:cNvPr>
          <p:cNvSpPr txBox="1"/>
          <p:nvPr/>
        </p:nvSpPr>
        <p:spPr>
          <a:xfrm>
            <a:off x="471488" y="795454"/>
            <a:ext cx="8242706" cy="4519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tb_rel_geral_operacoes_por_participantes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Descrição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Volumetria histórico de operações no período desejado por participante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(últimos 12 meses).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Análise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Qtde operações recebidas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Qtde operações enviadas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Valor total de operações recebidas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Valor total de operações enviadas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Obter insights sobre a atividade e comportamento dos participantes ao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longo do tempo.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04440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3C778D8-6659-3A8D-4429-CE4BF2039377}"/>
              </a:ext>
            </a:extLst>
          </p:cNvPr>
          <p:cNvSpPr txBox="1"/>
          <p:nvPr/>
        </p:nvSpPr>
        <p:spPr>
          <a:xfrm>
            <a:off x="471488" y="773152"/>
            <a:ext cx="8032968" cy="4519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tb_rel_geral_top_beneficiarios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Descrição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Identifica os TOP 10 maiores beneficiários finais.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Análise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Nome.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Valor total recebido.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Quantidade de operações.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Ticket Médio.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Quantidade de casos comunicados.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Detectar beneficiários com grandes volumes de transações e potencial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risco de atividades ilícitas</a:t>
            </a:r>
            <a:r>
              <a:rPr lang="pt-P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6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3C778D8-6659-3A8D-4429-CE4BF2039377}"/>
              </a:ext>
            </a:extLst>
          </p:cNvPr>
          <p:cNvSpPr txBox="1"/>
          <p:nvPr/>
        </p:nvSpPr>
        <p:spPr>
          <a:xfrm>
            <a:off x="471488" y="1003611"/>
            <a:ext cx="7962436" cy="4519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Resumo das Análises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Através dessas análises, podemos monitorar efetivamente a qualidade das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transações e identificar possíveis atividades ilícitas ou anomalias no comportamento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dos clientes.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P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Próximos Passos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Implementação de alertas automáticos.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Monitoramento contínuo.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Análise detalhada de casos suspeitos.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P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26208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3C778D8-6659-3A8D-4429-CE4BF2039377}"/>
              </a:ext>
            </a:extLst>
          </p:cNvPr>
          <p:cNvSpPr txBox="1"/>
          <p:nvPr/>
        </p:nvSpPr>
        <p:spPr>
          <a:xfrm>
            <a:off x="471488" y="831086"/>
            <a:ext cx="5986511" cy="1992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Visao BigQuery</a:t>
            </a:r>
            <a:endParaRPr lang="pt-PT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Visao final dos dados, refrente as entregas na camada gold.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P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P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PT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B48252-C7A9-80E9-DF96-0073454FA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605" y="2123176"/>
            <a:ext cx="4521594" cy="265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7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>
            <a:spLocks noGrp="1"/>
          </p:cNvSpPr>
          <p:nvPr>
            <p:ph type="title"/>
          </p:nvPr>
        </p:nvSpPr>
        <p:spPr>
          <a:xfrm>
            <a:off x="471488" y="183021"/>
            <a:ext cx="5915100" cy="243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Engenharia de Dados - Banco Investimento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3C778D8-6659-3A8D-4429-CE4BF2039377}"/>
              </a:ext>
            </a:extLst>
          </p:cNvPr>
          <p:cNvSpPr txBox="1"/>
          <p:nvPr/>
        </p:nvSpPr>
        <p:spPr>
          <a:xfrm>
            <a:off x="1053378" y="1304618"/>
            <a:ext cx="4025697" cy="115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PT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Perguntas ?????</a:t>
            </a:r>
            <a:endParaRPr lang="pt-P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P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28396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Hvar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78A13E"/>
      </a:accent1>
      <a:accent2>
        <a:srgbClr val="588E3F"/>
      </a:accent2>
      <a:accent3>
        <a:srgbClr val="F48433"/>
      </a:accent3>
      <a:accent4>
        <a:srgbClr val="E15A28"/>
      </a:accent4>
      <a:accent5>
        <a:srgbClr val="F8B715"/>
      </a:accent5>
      <a:accent6>
        <a:srgbClr val="5A6268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814</Words>
  <Application>Microsoft Office PowerPoint</Application>
  <PresentationFormat>Apresentação na tela (16:9)</PresentationFormat>
  <Paragraphs>126</Paragraphs>
  <Slides>15</Slides>
  <Notes>15</Notes>
  <HiddenSlides>1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9" baseType="lpstr">
      <vt:lpstr>Montserrat Medium</vt:lpstr>
      <vt:lpstr>Montserrat SemiBold</vt:lpstr>
      <vt:lpstr>Aptos</vt:lpstr>
      <vt:lpstr>DM Sans</vt:lpstr>
      <vt:lpstr>Courier New</vt:lpstr>
      <vt:lpstr>Arial</vt:lpstr>
      <vt:lpstr>Montserrat Light</vt:lpstr>
      <vt:lpstr>Symbol</vt:lpstr>
      <vt:lpstr>Times New Roman</vt:lpstr>
      <vt:lpstr>Calibri</vt:lpstr>
      <vt:lpstr>Google Sans</vt:lpstr>
      <vt:lpstr>Montserrat</vt:lpstr>
      <vt:lpstr>Simple Light</vt:lpstr>
      <vt:lpstr>Tema do Office</vt:lpstr>
      <vt:lpstr>Apresentação do PowerPoint</vt:lpstr>
      <vt:lpstr>Engenharia de Dados – Banco Investimento</vt:lpstr>
      <vt:lpstr>Engenharia de Dados - Banco Investimento</vt:lpstr>
      <vt:lpstr>Engenharia de Dados - Banco Investimento</vt:lpstr>
      <vt:lpstr>Engenharia de Dados - Banco Investimento</vt:lpstr>
      <vt:lpstr>Engenharia de Dados - Banco Investimento</vt:lpstr>
      <vt:lpstr>Engenharia de Dados - Banco Investimento</vt:lpstr>
      <vt:lpstr>Engenharia de Dados - Banco Investimento</vt:lpstr>
      <vt:lpstr>Engenharia de Dados - Banco Investimento</vt:lpstr>
      <vt:lpstr>Engenharia de Dados - Banco Investimento</vt:lpstr>
      <vt:lpstr>Engenharia de Dados - Banco Investimento</vt:lpstr>
      <vt:lpstr>Engenharia de Dados - Banco Investimento</vt:lpstr>
      <vt:lpstr>Engenharia de Dados - Banco Investimento</vt:lpstr>
      <vt:lpstr>Engenharia de Dados - Banco Investimento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kleber albuquerque</dc:creator>
  <cp:lastModifiedBy>kleber albuquerque</cp:lastModifiedBy>
  <cp:revision>1</cp:revision>
  <dcterms:modified xsi:type="dcterms:W3CDTF">2024-07-26T18:24:10Z</dcterms:modified>
</cp:coreProperties>
</file>